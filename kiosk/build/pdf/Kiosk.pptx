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886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0" name="Hjuk" initials="H" lastIdx="2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slide" Target="slides/slide52.xml"  /><Relationship Id="rId55" Type="http://schemas.openxmlformats.org/officeDocument/2006/relationships/slide" Target="slides/slide53.xml"  /><Relationship Id="rId56" Type="http://schemas.openxmlformats.org/officeDocument/2006/relationships/slide" Target="slides/slide54.xml"  /><Relationship Id="rId57" Type="http://schemas.openxmlformats.org/officeDocument/2006/relationships/slide" Target="slides/slide55.xml"  /><Relationship Id="rId58" Type="http://schemas.openxmlformats.org/officeDocument/2006/relationships/slide" Target="slides/slide56.xml"  /><Relationship Id="rId59" Type="http://schemas.openxmlformats.org/officeDocument/2006/relationships/commentAuthors" Target="commentAuthors.xml"  /><Relationship Id="rId6" Type="http://schemas.openxmlformats.org/officeDocument/2006/relationships/slide" Target="slides/slide4.xml"  /><Relationship Id="rId60" Type="http://schemas.openxmlformats.org/officeDocument/2006/relationships/presProps" Target="presProps.xml"  /><Relationship Id="rId61" Type="http://schemas.openxmlformats.org/officeDocument/2006/relationships/viewProps" Target="viewProps.xml"  /><Relationship Id="rId62" Type="http://schemas.openxmlformats.org/officeDocument/2006/relationships/theme" Target="theme/theme1.xml"  /><Relationship Id="rId63" Type="http://schemas.openxmlformats.org/officeDocument/2006/relationships/tableStyles" Target="tableStyles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flipV="1">
            <a:off x="0" y="0"/>
            <a:ext cx="6197599" cy="3582988"/>
          </a:xfrm>
          <a:prstGeom prst="rtTriangle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77000">
                <a:schemeClr val="accent1">
                  <a:lumMod val="60000"/>
                  <a:lumOff val="40000"/>
                  <a:alpha val="62000"/>
                </a:schemeClr>
              </a:gs>
              <a:gs pos="100000">
                <a:schemeClr val="accent1"/>
              </a:gs>
            </a:gsLst>
            <a:lin ang="7800000" scaled="0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en-US" altLang="ko-KR"/>
          </a:p>
        </p:txBody>
      </p:sp>
      <p:grpSp>
        <p:nvGrpSpPr>
          <p:cNvPr id="4" name=""/>
          <p:cNvGrpSpPr/>
          <p:nvPr/>
        </p:nvGrpSpPr>
        <p:grpSpPr>
          <a:xfrm rot="20467452" flipV="1">
            <a:off x="1447940" y="26995"/>
            <a:ext cx="5786035" cy="5478937"/>
            <a:chOff x="1214414" y="0"/>
            <a:chExt cx="7289840" cy="6858000"/>
          </a:xfrm>
        </p:grpSpPr>
        <p:sp>
          <p:nvSpPr>
            <p:cNvPr id="31" name=""/>
            <p:cNvSpPr/>
            <p:nvPr/>
          </p:nvSpPr>
          <p:spPr>
            <a:xfrm>
              <a:off x="1820834" y="5035552"/>
              <a:ext cx="1438308" cy="14383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2" name=""/>
            <p:cNvSpPr/>
            <p:nvPr/>
          </p:nvSpPr>
          <p:spPr>
            <a:xfrm>
              <a:off x="3500430" y="5214950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5" name=""/>
            <p:cNvSpPr/>
            <p:nvPr/>
          </p:nvSpPr>
          <p:spPr>
            <a:xfrm>
              <a:off x="3205150" y="4133852"/>
              <a:ext cx="593724" cy="593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6" name=""/>
            <p:cNvSpPr/>
            <p:nvPr/>
          </p:nvSpPr>
          <p:spPr>
            <a:xfrm>
              <a:off x="2143108" y="4572008"/>
              <a:ext cx="377828" cy="377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7" name=""/>
            <p:cNvSpPr/>
            <p:nvPr/>
          </p:nvSpPr>
          <p:spPr>
            <a:xfrm>
              <a:off x="4286248" y="3857628"/>
              <a:ext cx="381000" cy="381000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8" name=""/>
            <p:cNvSpPr/>
            <p:nvPr/>
          </p:nvSpPr>
          <p:spPr>
            <a:xfrm>
              <a:off x="5578508" y="3105148"/>
              <a:ext cx="565128" cy="5651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9" name=""/>
            <p:cNvSpPr/>
            <p:nvPr/>
          </p:nvSpPr>
          <p:spPr>
            <a:xfrm>
              <a:off x="2643174" y="4500570"/>
              <a:ext cx="514352" cy="514352"/>
            </a:xfrm>
            <a:prstGeom prst="ellipse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0" name=""/>
            <p:cNvSpPr/>
            <p:nvPr/>
          </p:nvSpPr>
          <p:spPr>
            <a:xfrm>
              <a:off x="3500430" y="3786190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2" name=""/>
            <p:cNvSpPr/>
            <p:nvPr/>
          </p:nvSpPr>
          <p:spPr>
            <a:xfrm>
              <a:off x="6286512" y="2786058"/>
              <a:ext cx="1193816" cy="1193816"/>
            </a:xfrm>
            <a:prstGeom prst="ellipse">
              <a:avLst/>
            </a:prstGeom>
            <a:solidFill>
              <a:schemeClr val="tx2">
                <a:lumMod val="75000"/>
                <a:lumOff val="2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3" name=""/>
            <p:cNvSpPr/>
            <p:nvPr/>
          </p:nvSpPr>
          <p:spPr>
            <a:xfrm>
              <a:off x="5643570" y="2143116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4" name=""/>
            <p:cNvSpPr/>
            <p:nvPr/>
          </p:nvSpPr>
          <p:spPr>
            <a:xfrm>
              <a:off x="5072066" y="2928934"/>
              <a:ext cx="250828" cy="250828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5" name=""/>
            <p:cNvSpPr/>
            <p:nvPr/>
          </p:nvSpPr>
          <p:spPr>
            <a:xfrm>
              <a:off x="6072198" y="3643314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6" name=""/>
            <p:cNvSpPr/>
            <p:nvPr/>
          </p:nvSpPr>
          <p:spPr>
            <a:xfrm>
              <a:off x="5357818" y="3643314"/>
              <a:ext cx="381000" cy="381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7" name=""/>
            <p:cNvSpPr/>
            <p:nvPr/>
          </p:nvSpPr>
          <p:spPr>
            <a:xfrm>
              <a:off x="5000628" y="3643314"/>
              <a:ext cx="250828" cy="250828"/>
            </a:xfrm>
            <a:prstGeom prst="ellipse">
              <a:avLst/>
            </a:prstGeom>
            <a:solidFill>
              <a:schemeClr val="bg2">
                <a:lumMod val="40000"/>
                <a:lumOff val="6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8" name=""/>
            <p:cNvSpPr/>
            <p:nvPr/>
          </p:nvSpPr>
          <p:spPr>
            <a:xfrm>
              <a:off x="3857620" y="4286256"/>
              <a:ext cx="676284" cy="676284"/>
            </a:xfrm>
            <a:prstGeom prst="ellipse">
              <a:avLst/>
            </a:prstGeom>
            <a:solidFill>
              <a:schemeClr val="accent2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9" name=""/>
            <p:cNvSpPr/>
            <p:nvPr/>
          </p:nvSpPr>
          <p:spPr>
            <a:xfrm>
              <a:off x="3214678" y="4857760"/>
              <a:ext cx="250828" cy="25082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0" name=""/>
            <p:cNvSpPr/>
            <p:nvPr/>
          </p:nvSpPr>
          <p:spPr>
            <a:xfrm>
              <a:off x="3143240" y="6215082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1" name=""/>
            <p:cNvSpPr/>
            <p:nvPr/>
          </p:nvSpPr>
          <p:spPr>
            <a:xfrm>
              <a:off x="6786578" y="1928802"/>
              <a:ext cx="676284" cy="676284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2" name=""/>
            <p:cNvSpPr/>
            <p:nvPr/>
          </p:nvSpPr>
          <p:spPr>
            <a:xfrm>
              <a:off x="7572396" y="2000240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3" name=""/>
            <p:cNvSpPr/>
            <p:nvPr/>
          </p:nvSpPr>
          <p:spPr>
            <a:xfrm>
              <a:off x="6935986" y="1216041"/>
              <a:ext cx="428596" cy="428597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4" name=""/>
            <p:cNvSpPr/>
            <p:nvPr/>
          </p:nvSpPr>
          <p:spPr>
            <a:xfrm>
              <a:off x="7643834" y="1000108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5" name=""/>
            <p:cNvSpPr/>
            <p:nvPr/>
          </p:nvSpPr>
          <p:spPr>
            <a:xfrm>
              <a:off x="7715272" y="714356"/>
              <a:ext cx="250828" cy="250828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6" name=""/>
            <p:cNvSpPr/>
            <p:nvPr/>
          </p:nvSpPr>
          <p:spPr>
            <a:xfrm>
              <a:off x="7286644" y="0"/>
              <a:ext cx="669860" cy="66986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7" name=""/>
            <p:cNvSpPr/>
            <p:nvPr/>
          </p:nvSpPr>
          <p:spPr>
            <a:xfrm>
              <a:off x="1214414" y="5072074"/>
              <a:ext cx="565128" cy="5651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8" name=""/>
            <p:cNvSpPr/>
            <p:nvPr/>
          </p:nvSpPr>
          <p:spPr>
            <a:xfrm>
              <a:off x="1285852" y="6000768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9" name=""/>
            <p:cNvSpPr/>
            <p:nvPr/>
          </p:nvSpPr>
          <p:spPr>
            <a:xfrm>
              <a:off x="1428728" y="6264276"/>
              <a:ext cx="593724" cy="59372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3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60" name=""/>
            <p:cNvSpPr/>
            <p:nvPr/>
          </p:nvSpPr>
          <p:spPr>
            <a:xfrm>
              <a:off x="8047062" y="47600"/>
              <a:ext cx="250828" cy="250828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609599" y="3429000"/>
            <a:ext cx="9525066" cy="1074551"/>
          </a:xfrm>
        </p:spPr>
        <p:txBody>
          <a:bodyPr/>
          <a:lstStyle>
            <a:lvl1pPr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609599" y="4500569"/>
            <a:ext cx="8534399" cy="587697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1" name="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C7C8F9AC-C743-4CF1-9CDC-5778D607EC85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61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2" name="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>
          <a:xfrm>
            <a:off x="609599" y="1133474"/>
            <a:ext cx="10972799" cy="5142997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760BDF17-240F-45C2-9667-5F01B32F94EA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D4475B81-6B56-4E14-881C-F068C03C5382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grpSp>
        <p:nvGrpSpPr>
          <p:cNvPr id="2" name=""/>
          <p:cNvGrpSpPr/>
          <p:nvPr/>
        </p:nvGrpSpPr>
        <p:grpSpPr>
          <a:xfrm rot="0">
            <a:off x="10692937" y="151200"/>
            <a:ext cx="1368000" cy="2440800"/>
            <a:chOff x="8077200" y="152400"/>
            <a:chExt cx="928516" cy="1664292"/>
          </a:xfrm>
        </p:grpSpPr>
        <p:sp>
          <p:nvSpPr>
            <p:cNvPr id="6" name=""/>
            <p:cNvSpPr/>
            <p:nvPr/>
          </p:nvSpPr>
          <p:spPr>
            <a:xfrm>
              <a:off x="8381998" y="1676400"/>
              <a:ext cx="140292" cy="14029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7" name=""/>
            <p:cNvSpPr/>
            <p:nvPr/>
          </p:nvSpPr>
          <p:spPr>
            <a:xfrm>
              <a:off x="8077200" y="939502"/>
              <a:ext cx="393533" cy="393533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>
              <a:off x="8458197" y="1143000"/>
              <a:ext cx="512058" cy="51205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8470762" y="808315"/>
              <a:ext cx="230308" cy="2303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8077200" y="152400"/>
              <a:ext cx="615059" cy="61505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>
              <a:off x="8775408" y="196106"/>
              <a:ext cx="230308" cy="230308"/>
            </a:xfrm>
            <a:prstGeom prst="ellipse">
              <a:avLst/>
            </a:prstGeom>
            <a:solidFill>
              <a:schemeClr val="accent2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</p:grp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 flipH="1" flipV="1">
            <a:off x="5865340" y="-1"/>
            <a:ext cx="6326658" cy="3657600"/>
          </a:xfrm>
          <a:prstGeom prst="rtTriangle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77000">
                <a:schemeClr val="accent1">
                  <a:lumMod val="60000"/>
                  <a:lumOff val="40000"/>
                  <a:alpha val="62000"/>
                </a:schemeClr>
              </a:gs>
              <a:gs pos="100000">
                <a:schemeClr val="accent1"/>
              </a:gs>
            </a:gsLst>
            <a:lin ang="7800000" scaled="0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4624923"/>
            <a:ext cx="10972799" cy="1362075"/>
          </a:xfrm>
        </p:spPr>
        <p:txBody>
          <a:bodyPr anchor="t"/>
          <a:lstStyle>
            <a:lvl1pPr algn="r">
              <a:defRPr sz="5400" b="0" cap="all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09599" y="4191000"/>
            <a:ext cx="10972799" cy="433923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39" name="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BFB287CB-68EA-421A-A4AD-33B9DC2E91B2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40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1" name="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grpSp>
        <p:nvGrpSpPr>
          <p:cNvPr id="4" name=""/>
          <p:cNvGrpSpPr/>
          <p:nvPr/>
        </p:nvGrpSpPr>
        <p:grpSpPr>
          <a:xfrm rot="1140000" flipH="1" flipV="1">
            <a:off x="5121617" y="-77708"/>
            <a:ext cx="5760000" cy="5457600"/>
            <a:chOff x="1214414" y="0"/>
            <a:chExt cx="7289840" cy="6858000"/>
          </a:xfrm>
        </p:grpSpPr>
        <p:sp>
          <p:nvSpPr>
            <p:cNvPr id="37" name=""/>
            <p:cNvSpPr/>
            <p:nvPr/>
          </p:nvSpPr>
          <p:spPr>
            <a:xfrm>
              <a:off x="1820834" y="5035552"/>
              <a:ext cx="1438308" cy="14383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8" name=""/>
            <p:cNvSpPr/>
            <p:nvPr/>
          </p:nvSpPr>
          <p:spPr>
            <a:xfrm>
              <a:off x="3500430" y="5214950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2" name=""/>
            <p:cNvSpPr/>
            <p:nvPr/>
          </p:nvSpPr>
          <p:spPr>
            <a:xfrm>
              <a:off x="3205150" y="4133852"/>
              <a:ext cx="593724" cy="593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3" name=""/>
            <p:cNvSpPr/>
            <p:nvPr/>
          </p:nvSpPr>
          <p:spPr>
            <a:xfrm>
              <a:off x="2143108" y="4572008"/>
              <a:ext cx="377828" cy="377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4" name=""/>
            <p:cNvSpPr/>
            <p:nvPr/>
          </p:nvSpPr>
          <p:spPr>
            <a:xfrm>
              <a:off x="4286248" y="3857628"/>
              <a:ext cx="381000" cy="381000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5" name=""/>
            <p:cNvSpPr/>
            <p:nvPr/>
          </p:nvSpPr>
          <p:spPr>
            <a:xfrm>
              <a:off x="5578508" y="3105148"/>
              <a:ext cx="565128" cy="5651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6" name=""/>
            <p:cNvSpPr/>
            <p:nvPr/>
          </p:nvSpPr>
          <p:spPr>
            <a:xfrm>
              <a:off x="2643174" y="4500570"/>
              <a:ext cx="514352" cy="514352"/>
            </a:xfrm>
            <a:prstGeom prst="ellipse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7" name=""/>
            <p:cNvSpPr/>
            <p:nvPr/>
          </p:nvSpPr>
          <p:spPr>
            <a:xfrm>
              <a:off x="3500430" y="3786190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8" name=""/>
            <p:cNvSpPr/>
            <p:nvPr/>
          </p:nvSpPr>
          <p:spPr>
            <a:xfrm>
              <a:off x="6286512" y="2786058"/>
              <a:ext cx="1193816" cy="1193816"/>
            </a:xfrm>
            <a:prstGeom prst="ellipse">
              <a:avLst/>
            </a:prstGeom>
            <a:solidFill>
              <a:schemeClr val="tx2">
                <a:lumMod val="75000"/>
                <a:lumOff val="2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49" name=""/>
            <p:cNvSpPr/>
            <p:nvPr/>
          </p:nvSpPr>
          <p:spPr>
            <a:xfrm>
              <a:off x="5643570" y="2143116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0" name=""/>
            <p:cNvSpPr/>
            <p:nvPr/>
          </p:nvSpPr>
          <p:spPr>
            <a:xfrm>
              <a:off x="5072066" y="2928934"/>
              <a:ext cx="250828" cy="250828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1" name=""/>
            <p:cNvSpPr/>
            <p:nvPr/>
          </p:nvSpPr>
          <p:spPr>
            <a:xfrm>
              <a:off x="6072198" y="3643314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2" name=""/>
            <p:cNvSpPr/>
            <p:nvPr/>
          </p:nvSpPr>
          <p:spPr>
            <a:xfrm>
              <a:off x="5357818" y="3643314"/>
              <a:ext cx="381000" cy="381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3" name=""/>
            <p:cNvSpPr/>
            <p:nvPr/>
          </p:nvSpPr>
          <p:spPr>
            <a:xfrm>
              <a:off x="5000628" y="3643314"/>
              <a:ext cx="250828" cy="250828"/>
            </a:xfrm>
            <a:prstGeom prst="ellipse">
              <a:avLst/>
            </a:prstGeom>
            <a:solidFill>
              <a:schemeClr val="bg2">
                <a:lumMod val="40000"/>
                <a:lumOff val="6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4" name=""/>
            <p:cNvSpPr/>
            <p:nvPr/>
          </p:nvSpPr>
          <p:spPr>
            <a:xfrm>
              <a:off x="3857620" y="4286256"/>
              <a:ext cx="676284" cy="676284"/>
            </a:xfrm>
            <a:prstGeom prst="ellipse">
              <a:avLst/>
            </a:prstGeom>
            <a:solidFill>
              <a:schemeClr val="accent2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5" name=""/>
            <p:cNvSpPr/>
            <p:nvPr/>
          </p:nvSpPr>
          <p:spPr>
            <a:xfrm>
              <a:off x="3214678" y="4857760"/>
              <a:ext cx="250828" cy="25082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6" name=""/>
            <p:cNvSpPr/>
            <p:nvPr/>
          </p:nvSpPr>
          <p:spPr>
            <a:xfrm>
              <a:off x="3143240" y="6215082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7" name=""/>
            <p:cNvSpPr/>
            <p:nvPr/>
          </p:nvSpPr>
          <p:spPr>
            <a:xfrm>
              <a:off x="6786578" y="1928802"/>
              <a:ext cx="676284" cy="676284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8" name=""/>
            <p:cNvSpPr/>
            <p:nvPr/>
          </p:nvSpPr>
          <p:spPr>
            <a:xfrm>
              <a:off x="7572396" y="2000240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59" name=""/>
            <p:cNvSpPr/>
            <p:nvPr/>
          </p:nvSpPr>
          <p:spPr>
            <a:xfrm>
              <a:off x="6935986" y="1216041"/>
              <a:ext cx="428596" cy="428597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60" name=""/>
            <p:cNvSpPr/>
            <p:nvPr/>
          </p:nvSpPr>
          <p:spPr>
            <a:xfrm>
              <a:off x="7643834" y="1000108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61" name=""/>
            <p:cNvSpPr/>
            <p:nvPr/>
          </p:nvSpPr>
          <p:spPr>
            <a:xfrm>
              <a:off x="7715272" y="714356"/>
              <a:ext cx="250828" cy="250828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62" name=""/>
            <p:cNvSpPr/>
            <p:nvPr/>
          </p:nvSpPr>
          <p:spPr>
            <a:xfrm>
              <a:off x="7286644" y="0"/>
              <a:ext cx="669860" cy="66986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63" name=""/>
            <p:cNvSpPr/>
            <p:nvPr/>
          </p:nvSpPr>
          <p:spPr>
            <a:xfrm>
              <a:off x="1214414" y="5072074"/>
              <a:ext cx="565128" cy="5651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64" name=""/>
            <p:cNvSpPr/>
            <p:nvPr/>
          </p:nvSpPr>
          <p:spPr>
            <a:xfrm>
              <a:off x="1285852" y="6000768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65" name=""/>
            <p:cNvSpPr/>
            <p:nvPr/>
          </p:nvSpPr>
          <p:spPr>
            <a:xfrm>
              <a:off x="1428728" y="6264276"/>
              <a:ext cx="593724" cy="59372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3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66" name=""/>
            <p:cNvSpPr/>
            <p:nvPr/>
          </p:nvSpPr>
          <p:spPr>
            <a:xfrm>
              <a:off x="8047062" y="47600"/>
              <a:ext cx="250828" cy="250828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</p:grp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76177"/>
            <a:ext cx="10972799" cy="868346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sz="quarter" idx="13"/>
          </p:nvPr>
        </p:nvSpPr>
        <p:spPr>
          <a:xfrm>
            <a:off x="609599" y="1071563"/>
            <a:ext cx="5295899" cy="5143500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sz="quarter" idx="14"/>
          </p:nvPr>
        </p:nvSpPr>
        <p:spPr>
          <a:xfrm>
            <a:off x="6286499" y="1071563"/>
            <a:ext cx="5295899" cy="5143500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0264C91A-EF41-4988-8E36-6CAFB7D2E136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BBE2AEF3-4D86-4CBE-9B32-DDE7C01B53B0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>
            <p:ph type="title" idx="0"/>
          </p:nvPr>
        </p:nvSpPr>
        <p:spPr>
          <a:xfrm>
            <a:off x="609599" y="76177"/>
            <a:ext cx="10972799" cy="868346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6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142984"/>
            <a:ext cx="10972799" cy="5046801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</a:t>
            </a:r>
            <a:endParaRPr lang="ko-KR" altLang="en-US"/>
          </a:p>
        </p:txBody>
      </p:sp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E9D41CA-F875-454A-B646-AC4E6349A4E4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76177"/>
            <a:ext cx="10972799" cy="868346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sz="quarter" idx="13"/>
          </p:nvPr>
        </p:nvSpPr>
        <p:spPr>
          <a:xfrm>
            <a:off x="609599" y="1114425"/>
            <a:ext cx="5308599" cy="2500313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sz="quarter" idx="14"/>
          </p:nvPr>
        </p:nvSpPr>
        <p:spPr>
          <a:xfrm>
            <a:off x="6273799" y="1114425"/>
            <a:ext cx="5308599" cy="2500313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9" name=""/>
          <p:cNvSpPr>
            <a:spLocks noGrp="1"/>
          </p:cNvSpPr>
          <p:nvPr>
            <p:ph sz="quarter" idx="15"/>
          </p:nvPr>
        </p:nvSpPr>
        <p:spPr>
          <a:xfrm>
            <a:off x="609599" y="3748106"/>
            <a:ext cx="5308599" cy="2500313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20" name=""/>
          <p:cNvSpPr>
            <a:spLocks noGrp="1"/>
          </p:cNvSpPr>
          <p:nvPr>
            <p:ph sz="quarter" idx="16"/>
          </p:nvPr>
        </p:nvSpPr>
        <p:spPr>
          <a:xfrm>
            <a:off x="6273799" y="3748106"/>
            <a:ext cx="5308599" cy="2500313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C519585-A1C3-4349-A2A9-E286BDE96C0E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그림 및 설명" type="picTx" preserve="1">
  <p:cSld name="그림 및 설명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 rot="0">
            <a:off x="0" y="0"/>
            <a:ext cx="12191999" cy="990600"/>
            <a:chOff x="0" y="0"/>
            <a:chExt cx="9144000" cy="990600"/>
          </a:xfrm>
        </p:grpSpPr>
        <p:sp>
          <p:nvSpPr>
            <p:cNvPr id="9" name=""/>
            <p:cNvSpPr/>
            <p:nvPr/>
          </p:nvSpPr>
          <p:spPr>
            <a:xfrm flipH="1">
              <a:off x="0" y="0"/>
              <a:ext cx="8839200" cy="990600"/>
            </a:xfrm>
            <a:custGeom>
              <a:avLst/>
              <a:gdLst>
                <a:gd name="connsiteX0" fmla="*/ 0 w 7162800"/>
                <a:gd name="connsiteY0" fmla="*/ 1066800 h 1066800"/>
                <a:gd name="connsiteX1" fmla="*/ 3581400 w 7162800"/>
                <a:gd name="connsiteY1" fmla="*/ 0 h 1066800"/>
                <a:gd name="connsiteX2" fmla="*/ 7162800 w 7162800"/>
                <a:gd name="connsiteY2" fmla="*/ 1066800 h 1066800"/>
                <a:gd name="connsiteX3" fmla="*/ 0 w 7162800"/>
                <a:gd name="connsiteY3" fmla="*/ 1066800 h 1066800"/>
                <a:gd name="connsiteX0" fmla="*/ 457200 w 7620000"/>
                <a:gd name="connsiteY0" fmla="*/ 1524000 h 1524000"/>
                <a:gd name="connsiteX1" fmla="*/ 0 w 7620000"/>
                <a:gd name="connsiteY1" fmla="*/ 0 h 1524000"/>
                <a:gd name="connsiteX2" fmla="*/ 7620000 w 7620000"/>
                <a:gd name="connsiteY2" fmla="*/ 1524000 h 1524000"/>
                <a:gd name="connsiteX3" fmla="*/ 457200 w 7620000"/>
                <a:gd name="connsiteY3" fmla="*/ 1524000 h 1524000"/>
                <a:gd name="connsiteX0" fmla="*/ 9144000 w 9144000"/>
                <a:gd name="connsiteY0" fmla="*/ 0 h 1524000"/>
                <a:gd name="connsiteX1" fmla="*/ 0 w 9144000"/>
                <a:gd name="connsiteY1" fmla="*/ 0 h 1524000"/>
                <a:gd name="connsiteX2" fmla="*/ 7620000 w 9144000"/>
                <a:gd name="connsiteY2" fmla="*/ 1524000 h 1524000"/>
                <a:gd name="connsiteX3" fmla="*/ 9144000 w 9144000"/>
                <a:gd name="connsiteY3" fmla="*/ 0 h 15240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9144000 w 9144000"/>
                <a:gd name="connsiteY2" fmla="*/ 990600 h 990600"/>
                <a:gd name="connsiteX3" fmla="*/ 9144000 w 9144000"/>
                <a:gd name="connsiteY3" fmla="*/ 0 h 990600"/>
                <a:gd name="connsiteX0" fmla="*/ 8839200 w 8839200"/>
                <a:gd name="connsiteY0" fmla="*/ 0 h 990600"/>
                <a:gd name="connsiteX1" fmla="*/ 0 w 8839200"/>
                <a:gd name="connsiteY1" fmla="*/ 685800 h 990600"/>
                <a:gd name="connsiteX2" fmla="*/ 8839200 w 8839200"/>
                <a:gd name="connsiteY2" fmla="*/ 990600 h 990600"/>
                <a:gd name="connsiteX3" fmla="*/ 8839200 w 8839200"/>
                <a:gd name="connsiteY3" fmla="*/ 0 h 9906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9200" h="990600">
                  <a:moveTo>
                    <a:pt x="8839200" y="0"/>
                  </a:moveTo>
                  <a:lnTo>
                    <a:pt x="0" y="685800"/>
                  </a:lnTo>
                  <a:lnTo>
                    <a:pt x="8839200" y="990600"/>
                  </a:lnTo>
                  <a:lnTo>
                    <a:pt x="8839200" y="0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9525">
              <a:noFill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4000" cy="990600"/>
            </a:xfrm>
            <a:custGeom>
              <a:avLst/>
              <a:gdLst>
                <a:gd name="connsiteX0" fmla="*/ 0 w 7162800"/>
                <a:gd name="connsiteY0" fmla="*/ 1066800 h 1066800"/>
                <a:gd name="connsiteX1" fmla="*/ 3581400 w 7162800"/>
                <a:gd name="connsiteY1" fmla="*/ 0 h 1066800"/>
                <a:gd name="connsiteX2" fmla="*/ 7162800 w 7162800"/>
                <a:gd name="connsiteY2" fmla="*/ 1066800 h 1066800"/>
                <a:gd name="connsiteX3" fmla="*/ 0 w 7162800"/>
                <a:gd name="connsiteY3" fmla="*/ 1066800 h 1066800"/>
                <a:gd name="connsiteX0" fmla="*/ 457200 w 7620000"/>
                <a:gd name="connsiteY0" fmla="*/ 1524000 h 1524000"/>
                <a:gd name="connsiteX1" fmla="*/ 0 w 7620000"/>
                <a:gd name="connsiteY1" fmla="*/ 0 h 1524000"/>
                <a:gd name="connsiteX2" fmla="*/ 7620000 w 7620000"/>
                <a:gd name="connsiteY2" fmla="*/ 1524000 h 1524000"/>
                <a:gd name="connsiteX3" fmla="*/ 457200 w 7620000"/>
                <a:gd name="connsiteY3" fmla="*/ 1524000 h 1524000"/>
                <a:gd name="connsiteX0" fmla="*/ 9144000 w 9144000"/>
                <a:gd name="connsiteY0" fmla="*/ 0 h 1524000"/>
                <a:gd name="connsiteX1" fmla="*/ 0 w 9144000"/>
                <a:gd name="connsiteY1" fmla="*/ 0 h 1524000"/>
                <a:gd name="connsiteX2" fmla="*/ 7620000 w 9144000"/>
                <a:gd name="connsiteY2" fmla="*/ 1524000 h 1524000"/>
                <a:gd name="connsiteX3" fmla="*/ 9144000 w 9144000"/>
                <a:gd name="connsiteY3" fmla="*/ 0 h 15240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9144000 w 9144000"/>
                <a:gd name="connsiteY2" fmla="*/ 990600 h 990600"/>
                <a:gd name="connsiteX3" fmla="*/ 9144000 w 9144000"/>
                <a:gd name="connsiteY3" fmla="*/ 0 h 9906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466725 w 9144000"/>
                <a:gd name="connsiteY2" fmla="*/ 47625 h 990600"/>
                <a:gd name="connsiteX3" fmla="*/ 9144000 w 9144000"/>
                <a:gd name="connsiteY3" fmla="*/ 990600 h 990600"/>
                <a:gd name="connsiteX4" fmla="*/ 9144000 w 9144000"/>
                <a:gd name="connsiteY4" fmla="*/ 0 h 9906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9525 w 9144000"/>
                <a:gd name="connsiteY2" fmla="*/ 504825 h 990600"/>
                <a:gd name="connsiteX3" fmla="*/ 9144000 w 9144000"/>
                <a:gd name="connsiteY3" fmla="*/ 990600 h 990600"/>
                <a:gd name="connsiteX4" fmla="*/ 9144000 w 9144000"/>
                <a:gd name="connsiteY4" fmla="*/ 0 h 9906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9525" y="504825"/>
                  </a:lnTo>
                  <a:lnTo>
                    <a:pt x="9144000" y="990600"/>
                  </a:lnTo>
                  <a:lnTo>
                    <a:pt x="9144000" y="0"/>
                  </a:lnTo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9525">
              <a:noFill/>
              <a:round/>
            </a:ln>
            <a:effectLst>
              <a:outerShdw blurRad="50800" dist="38100" dir="5400000" algn="t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11" name=""/>
          <p:cNvGrpSpPr/>
          <p:nvPr/>
        </p:nvGrpSpPr>
        <p:grpSpPr>
          <a:xfrm rot="0">
            <a:off x="10764946" y="180000"/>
            <a:ext cx="1367999" cy="3268800"/>
            <a:chOff x="7681902" y="180972"/>
            <a:chExt cx="1328754" cy="3270256"/>
          </a:xfrm>
        </p:grpSpPr>
        <p:sp>
          <p:nvSpPr>
            <p:cNvPr id="12" name=""/>
            <p:cNvSpPr/>
            <p:nvPr/>
          </p:nvSpPr>
          <p:spPr>
            <a:xfrm>
              <a:off x="7977182" y="2224094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/>
            <p:nvPr/>
          </p:nvSpPr>
          <p:spPr>
            <a:xfrm>
              <a:off x="7681902" y="1142996"/>
              <a:ext cx="593724" cy="593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4" name=""/>
            <p:cNvSpPr/>
            <p:nvPr/>
          </p:nvSpPr>
          <p:spPr>
            <a:xfrm>
              <a:off x="8382000" y="762000"/>
              <a:ext cx="381000" cy="381000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5" name=""/>
            <p:cNvSpPr/>
            <p:nvPr/>
          </p:nvSpPr>
          <p:spPr>
            <a:xfrm>
              <a:off x="7977182" y="795334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6" name=""/>
            <p:cNvSpPr/>
            <p:nvPr/>
          </p:nvSpPr>
          <p:spPr>
            <a:xfrm>
              <a:off x="8334372" y="1295400"/>
              <a:ext cx="676284" cy="676284"/>
            </a:xfrm>
            <a:prstGeom prst="ellipse">
              <a:avLst/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7" name=""/>
            <p:cNvSpPr/>
            <p:nvPr/>
          </p:nvSpPr>
          <p:spPr>
            <a:xfrm>
              <a:off x="7691430" y="1866904"/>
              <a:ext cx="250828" cy="250828"/>
            </a:xfrm>
            <a:prstGeom prst="ellipse">
              <a:avLst/>
            </a:prstGeom>
            <a:solidFill>
              <a:schemeClr val="bg2">
                <a:lumMod val="40000"/>
                <a:lumOff val="6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8" name=""/>
            <p:cNvSpPr/>
            <p:nvPr/>
          </p:nvSpPr>
          <p:spPr>
            <a:xfrm>
              <a:off x="8610600" y="3200400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9" name=""/>
            <p:cNvSpPr/>
            <p:nvPr/>
          </p:nvSpPr>
          <p:spPr>
            <a:xfrm>
              <a:off x="8562972" y="180972"/>
              <a:ext cx="428628" cy="4286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20" name=""/>
          <p:cNvGrpSpPr/>
          <p:nvPr/>
        </p:nvGrpSpPr>
        <p:grpSpPr>
          <a:xfrm rot="0" flipH="1" flipV="1">
            <a:off x="35432" y="3277456"/>
            <a:ext cx="1367999" cy="3268800"/>
            <a:chOff x="7681902" y="180972"/>
            <a:chExt cx="1328754" cy="3270256"/>
          </a:xfrm>
        </p:grpSpPr>
        <p:sp>
          <p:nvSpPr>
            <p:cNvPr id="21" name=""/>
            <p:cNvSpPr/>
            <p:nvPr/>
          </p:nvSpPr>
          <p:spPr>
            <a:xfrm>
              <a:off x="7977182" y="2224094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2" name=""/>
            <p:cNvSpPr/>
            <p:nvPr/>
          </p:nvSpPr>
          <p:spPr>
            <a:xfrm>
              <a:off x="7681902" y="1142996"/>
              <a:ext cx="593724" cy="593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3" name=""/>
            <p:cNvSpPr/>
            <p:nvPr/>
          </p:nvSpPr>
          <p:spPr>
            <a:xfrm>
              <a:off x="8382000" y="762000"/>
              <a:ext cx="381000" cy="381000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4" name=""/>
            <p:cNvSpPr/>
            <p:nvPr/>
          </p:nvSpPr>
          <p:spPr>
            <a:xfrm>
              <a:off x="7977182" y="795334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5" name=""/>
            <p:cNvSpPr/>
            <p:nvPr/>
          </p:nvSpPr>
          <p:spPr>
            <a:xfrm>
              <a:off x="8334372" y="1295400"/>
              <a:ext cx="676284" cy="676284"/>
            </a:xfrm>
            <a:prstGeom prst="ellipse">
              <a:avLst/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6" name=""/>
            <p:cNvSpPr/>
            <p:nvPr/>
          </p:nvSpPr>
          <p:spPr>
            <a:xfrm>
              <a:off x="7691430" y="1866904"/>
              <a:ext cx="250828" cy="250828"/>
            </a:xfrm>
            <a:prstGeom prst="ellipse">
              <a:avLst/>
            </a:prstGeom>
            <a:solidFill>
              <a:schemeClr val="bg2">
                <a:lumMod val="40000"/>
                <a:lumOff val="6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7" name=""/>
            <p:cNvSpPr/>
            <p:nvPr/>
          </p:nvSpPr>
          <p:spPr>
            <a:xfrm>
              <a:off x="8610600" y="3200400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8" name=""/>
            <p:cNvSpPr/>
            <p:nvPr/>
          </p:nvSpPr>
          <p:spPr>
            <a:xfrm>
              <a:off x="8562972" y="180972"/>
              <a:ext cx="428628" cy="4286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389717" y="116585"/>
            <a:ext cx="7315199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2389717" y="1393371"/>
            <a:ext cx="7315199" cy="3334204"/>
          </a:xfrm>
          <a:solidFill>
            <a:schemeClr val="bg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2389717" y="4909457"/>
            <a:ext cx="7315199" cy="126274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C18D79A8-719F-4115-92E5-24663253EB2B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C8C3B62A-3DFE-4006-8418-4121DC00BB4B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2743200"/>
            <a:ext cx="7117490" cy="4114800"/>
          </a:xfrm>
          <a:prstGeom prst="rtTriangle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77000">
                <a:schemeClr val="accent1">
                  <a:lumMod val="60000"/>
                  <a:lumOff val="40000"/>
                  <a:alpha val="62000"/>
                </a:schemeClr>
              </a:gs>
              <a:gs pos="100000">
                <a:schemeClr val="accent1"/>
              </a:gs>
            </a:gsLst>
            <a:lin ang="7800000" scaled="0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en-US" altLang="ko-KR"/>
          </a:p>
        </p:txBody>
      </p:sp>
      <p:grpSp>
        <p:nvGrpSpPr>
          <p:cNvPr id="73" name=""/>
          <p:cNvGrpSpPr/>
          <p:nvPr/>
        </p:nvGrpSpPr>
        <p:grpSpPr>
          <a:xfrm rot="0">
            <a:off x="2627756" y="32658"/>
            <a:ext cx="8611754" cy="6705600"/>
            <a:chOff x="2627756" y="32657"/>
            <a:chExt cx="8611754" cy="6705600"/>
          </a:xfrm>
        </p:grpSpPr>
        <p:grpSp>
          <p:nvGrpSpPr>
            <p:cNvPr id="72" name=""/>
            <p:cNvGrpSpPr/>
            <p:nvPr/>
          </p:nvGrpSpPr>
          <p:grpSpPr>
            <a:xfrm rot="0">
              <a:off x="2627756" y="3734710"/>
              <a:ext cx="3410708" cy="3003547"/>
              <a:chOff x="2627756" y="3734710"/>
              <a:chExt cx="3410708" cy="3003547"/>
            </a:xfrm>
          </p:grpSpPr>
          <p:sp>
            <p:nvSpPr>
              <p:cNvPr id="41" name=""/>
              <p:cNvSpPr/>
              <p:nvPr/>
            </p:nvSpPr>
            <p:spPr>
              <a:xfrm>
                <a:off x="3226777" y="4956309"/>
                <a:ext cx="1420760" cy="140634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4885882" y="5131720"/>
                <a:ext cx="849922" cy="84129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4594205" y="4074646"/>
                <a:ext cx="586480" cy="58053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2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3545119" y="4503066"/>
                <a:ext cx="373218" cy="36943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5662112" y="3804560"/>
                <a:ext cx="376351" cy="372533"/>
              </a:xfrm>
              <a:prstGeom prst="ellipse">
                <a:avLst/>
              </a:prstGeom>
              <a:solidFill>
                <a:schemeClr val="accent2">
                  <a:alpha val="2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47" name=""/>
              <p:cNvSpPr/>
              <p:nvPr/>
            </p:nvSpPr>
            <p:spPr>
              <a:xfrm>
                <a:off x="4039084" y="4433215"/>
                <a:ext cx="508076" cy="502921"/>
              </a:xfrm>
              <a:prstGeom prst="ellipse">
                <a:avLst/>
              </a:prstGeom>
              <a:solidFill>
                <a:schemeClr val="accent2">
                  <a:alpha val="2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4885882" y="3734710"/>
                <a:ext cx="247767" cy="24525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4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5238714" y="4223664"/>
                <a:ext cx="668033" cy="661255"/>
              </a:xfrm>
              <a:prstGeom prst="ellipse">
                <a:avLst/>
              </a:prstGeom>
              <a:solidFill>
                <a:schemeClr val="accent2"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4603616" y="4782468"/>
                <a:ext cx="247767" cy="245254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  <a:alpha val="8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4533050" y="6109627"/>
                <a:ext cx="247767" cy="24525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2627756" y="4992019"/>
                <a:ext cx="558233" cy="5525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3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65" name=""/>
              <p:cNvSpPr/>
              <p:nvPr/>
            </p:nvSpPr>
            <p:spPr>
              <a:xfrm>
                <a:off x="2698322" y="5900076"/>
                <a:ext cx="247767" cy="24525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7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66" name=""/>
              <p:cNvSpPr/>
              <p:nvPr/>
            </p:nvSpPr>
            <p:spPr>
              <a:xfrm>
                <a:off x="2839455" y="6157728"/>
                <a:ext cx="586480" cy="58053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  <p:grpSp>
          <p:nvGrpSpPr>
            <p:cNvPr id="71" name=""/>
            <p:cNvGrpSpPr/>
            <p:nvPr/>
          </p:nvGrpSpPr>
          <p:grpSpPr>
            <a:xfrm rot="0">
              <a:off x="7778629" y="32657"/>
              <a:ext cx="3460881" cy="3934884"/>
              <a:chOff x="7778630" y="32657"/>
              <a:chExt cx="3460881" cy="3934884"/>
            </a:xfrm>
          </p:grpSpPr>
          <p:sp>
            <p:nvSpPr>
              <p:cNvPr id="46" name=""/>
              <p:cNvSpPr/>
              <p:nvPr/>
            </p:nvSpPr>
            <p:spPr>
              <a:xfrm>
                <a:off x="8349460" y="3068802"/>
                <a:ext cx="558233" cy="5525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9048826" y="2756803"/>
                <a:ext cx="1179251" cy="1167286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1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8413728" y="2128149"/>
                <a:ext cx="849922" cy="84129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1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7849196" y="2896504"/>
                <a:ext cx="247767" cy="245254"/>
              </a:xfrm>
              <a:prstGeom prst="ellipse">
                <a:avLst/>
              </a:prstGeom>
              <a:solidFill>
                <a:schemeClr val="accent2">
                  <a:alpha val="1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8837126" y="3595009"/>
                <a:ext cx="247767" cy="24525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3" name=""/>
              <p:cNvSpPr/>
              <p:nvPr/>
            </p:nvSpPr>
            <p:spPr>
              <a:xfrm>
                <a:off x="8131462" y="3595009"/>
                <a:ext cx="376351" cy="37253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7778630" y="3595009"/>
                <a:ext cx="247767" cy="245254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  <a:alpha val="8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9542790" y="1918597"/>
                <a:ext cx="668033" cy="661255"/>
              </a:xfrm>
              <a:prstGeom prst="ellipse">
                <a:avLst/>
              </a:prstGeom>
              <a:solidFill>
                <a:schemeClr val="accent2">
                  <a:alpha val="1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10319022" y="1988448"/>
                <a:ext cx="247767" cy="24525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60" name=""/>
              <p:cNvSpPr/>
              <p:nvPr/>
            </p:nvSpPr>
            <p:spPr>
              <a:xfrm>
                <a:off x="10036755" y="870840"/>
                <a:ext cx="423367" cy="419071"/>
              </a:xfrm>
              <a:prstGeom prst="ellipse">
                <a:avLst/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10389588" y="1010541"/>
                <a:ext cx="849922" cy="84129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62" name=""/>
              <p:cNvSpPr/>
              <p:nvPr/>
            </p:nvSpPr>
            <p:spPr>
              <a:xfrm>
                <a:off x="10460155" y="731139"/>
                <a:ext cx="247767" cy="245254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10036756" y="32657"/>
                <a:ext cx="661687" cy="65497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1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10787897" y="79200"/>
                <a:ext cx="247767" cy="245254"/>
              </a:xfrm>
              <a:prstGeom prst="ellipse">
                <a:avLst/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415331" y="2285992"/>
            <a:ext cx="11361335" cy="1470025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68" name="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 lang="ko-KR" altLang="en-US"/>
            </a:pPr>
            <a:fld id="{92ABC9BA-42AA-4685-93DD-7FD76BFF3AE1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69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0" name="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목차" type="clipArtAndTx" preserve="1">
  <p:cSld name="목차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2819400"/>
            <a:ext cx="6985686" cy="4038600"/>
          </a:xfrm>
          <a:prstGeom prst="rtTriangle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77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7800000" scaled="0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en-US" altLang="ko-KR"/>
          </a:p>
        </p:txBody>
      </p:sp>
      <p:sp>
        <p:nvSpPr>
          <p:cNvPr id="7" name=""/>
          <p:cNvSpPr/>
          <p:nvPr/>
        </p:nvSpPr>
        <p:spPr>
          <a:xfrm flipH="1" flipV="1">
            <a:off x="4810895" y="0"/>
            <a:ext cx="7381102" cy="4267200"/>
          </a:xfrm>
          <a:prstGeom prst="rtTriangle">
            <a:avLst/>
          </a:prstGeom>
          <a:gradFill>
            <a:gsLst>
              <a:gs pos="74000">
                <a:schemeClr val="accent1">
                  <a:lumMod val="60000"/>
                  <a:lumOff val="40000"/>
                  <a:alpha val="2000"/>
                </a:schemeClr>
              </a:gs>
              <a:gs pos="100000">
                <a:schemeClr val="accent1"/>
              </a:gs>
            </a:gsLst>
            <a:lin ang="7800000" scaled="0"/>
          </a:gradFill>
          <a:ln w="9525">
            <a:noFill/>
            <a:round/>
          </a:ln>
        </p:spPr>
        <p:txBody>
          <a:bodyPr anchor="ctr"/>
          <a:p>
            <a:pPr algn="ctr">
              <a:defRPr lang="ko-KR" altLang="en-US"/>
            </a:pPr>
            <a:endParaRPr lang="en-US" altLang="ko-KR"/>
          </a:p>
        </p:txBody>
      </p:sp>
      <p:grpSp>
        <p:nvGrpSpPr>
          <p:cNvPr id="8" name=""/>
          <p:cNvGrpSpPr/>
          <p:nvPr/>
        </p:nvGrpSpPr>
        <p:grpSpPr>
          <a:xfrm rot="20271788" flipH="1" flipV="1">
            <a:off x="7542619" y="674421"/>
            <a:ext cx="5045434" cy="4795550"/>
            <a:chOff x="1214414" y="0"/>
            <a:chExt cx="7289840" cy="6858000"/>
          </a:xfrm>
        </p:grpSpPr>
        <p:sp>
          <p:nvSpPr>
            <p:cNvPr id="9" name=""/>
            <p:cNvSpPr/>
            <p:nvPr/>
          </p:nvSpPr>
          <p:spPr>
            <a:xfrm>
              <a:off x="1820834" y="5035552"/>
              <a:ext cx="1438308" cy="14383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3500430" y="5214950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>
              <a:off x="3205150" y="4133852"/>
              <a:ext cx="593724" cy="593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2143108" y="4572008"/>
              <a:ext cx="377828" cy="377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/>
            <p:nvPr/>
          </p:nvSpPr>
          <p:spPr>
            <a:xfrm>
              <a:off x="4286248" y="3857628"/>
              <a:ext cx="381000" cy="381000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4" name=""/>
            <p:cNvSpPr/>
            <p:nvPr/>
          </p:nvSpPr>
          <p:spPr>
            <a:xfrm>
              <a:off x="5578508" y="3105148"/>
              <a:ext cx="565128" cy="5651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5" name=""/>
            <p:cNvSpPr/>
            <p:nvPr/>
          </p:nvSpPr>
          <p:spPr>
            <a:xfrm>
              <a:off x="2643174" y="4500570"/>
              <a:ext cx="514352" cy="514352"/>
            </a:xfrm>
            <a:prstGeom prst="ellipse">
              <a:avLst/>
            </a:prstGeom>
            <a:solidFill>
              <a:schemeClr val="accent2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6" name=""/>
            <p:cNvSpPr/>
            <p:nvPr/>
          </p:nvSpPr>
          <p:spPr>
            <a:xfrm>
              <a:off x="3500430" y="3786190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7" name=""/>
            <p:cNvSpPr/>
            <p:nvPr/>
          </p:nvSpPr>
          <p:spPr>
            <a:xfrm>
              <a:off x="6286512" y="2786058"/>
              <a:ext cx="1193816" cy="1193816"/>
            </a:xfrm>
            <a:prstGeom prst="ellipse">
              <a:avLst/>
            </a:prstGeom>
            <a:solidFill>
              <a:schemeClr val="tx2">
                <a:lumMod val="75000"/>
                <a:lumOff val="2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8" name=""/>
            <p:cNvSpPr/>
            <p:nvPr/>
          </p:nvSpPr>
          <p:spPr>
            <a:xfrm>
              <a:off x="5643570" y="2143116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9" name=""/>
            <p:cNvSpPr/>
            <p:nvPr/>
          </p:nvSpPr>
          <p:spPr>
            <a:xfrm>
              <a:off x="5072066" y="2928934"/>
              <a:ext cx="250828" cy="250828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0" name=""/>
            <p:cNvSpPr/>
            <p:nvPr/>
          </p:nvSpPr>
          <p:spPr>
            <a:xfrm>
              <a:off x="6072198" y="3643314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1" name=""/>
            <p:cNvSpPr/>
            <p:nvPr/>
          </p:nvSpPr>
          <p:spPr>
            <a:xfrm>
              <a:off x="5357818" y="3643314"/>
              <a:ext cx="381000" cy="381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2" name=""/>
            <p:cNvSpPr/>
            <p:nvPr/>
          </p:nvSpPr>
          <p:spPr>
            <a:xfrm>
              <a:off x="5000628" y="3643314"/>
              <a:ext cx="250828" cy="250828"/>
            </a:xfrm>
            <a:prstGeom prst="ellipse">
              <a:avLst/>
            </a:prstGeom>
            <a:solidFill>
              <a:schemeClr val="bg2">
                <a:lumMod val="40000"/>
                <a:lumOff val="6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3" name=""/>
            <p:cNvSpPr/>
            <p:nvPr/>
          </p:nvSpPr>
          <p:spPr>
            <a:xfrm>
              <a:off x="3857620" y="4286256"/>
              <a:ext cx="676284" cy="676284"/>
            </a:xfrm>
            <a:prstGeom prst="ellipse">
              <a:avLst/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4" name=""/>
            <p:cNvSpPr/>
            <p:nvPr/>
          </p:nvSpPr>
          <p:spPr>
            <a:xfrm>
              <a:off x="3214678" y="4857760"/>
              <a:ext cx="250828" cy="250828"/>
            </a:xfrm>
            <a:prstGeom prst="ellipse">
              <a:avLst/>
            </a:prstGeom>
            <a:solidFill>
              <a:schemeClr val="bg2">
                <a:lumMod val="40000"/>
                <a:lumOff val="6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5" name=""/>
            <p:cNvSpPr/>
            <p:nvPr/>
          </p:nvSpPr>
          <p:spPr>
            <a:xfrm>
              <a:off x="3143240" y="6215082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6" name=""/>
            <p:cNvSpPr/>
            <p:nvPr/>
          </p:nvSpPr>
          <p:spPr>
            <a:xfrm>
              <a:off x="6786578" y="1928802"/>
              <a:ext cx="676284" cy="676284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7" name=""/>
            <p:cNvSpPr/>
            <p:nvPr/>
          </p:nvSpPr>
          <p:spPr>
            <a:xfrm>
              <a:off x="7572396" y="2000240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8" name=""/>
            <p:cNvSpPr/>
            <p:nvPr/>
          </p:nvSpPr>
          <p:spPr>
            <a:xfrm>
              <a:off x="7286644" y="857232"/>
              <a:ext cx="428596" cy="428596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29" name=""/>
            <p:cNvSpPr/>
            <p:nvPr/>
          </p:nvSpPr>
          <p:spPr>
            <a:xfrm>
              <a:off x="7643834" y="1000108"/>
              <a:ext cx="860420" cy="86042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0" name=""/>
            <p:cNvSpPr/>
            <p:nvPr/>
          </p:nvSpPr>
          <p:spPr>
            <a:xfrm>
              <a:off x="7715272" y="714356"/>
              <a:ext cx="250828" cy="250828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1" name=""/>
            <p:cNvSpPr/>
            <p:nvPr/>
          </p:nvSpPr>
          <p:spPr>
            <a:xfrm>
              <a:off x="7286644" y="0"/>
              <a:ext cx="669860" cy="66986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2" name=""/>
            <p:cNvSpPr/>
            <p:nvPr/>
          </p:nvSpPr>
          <p:spPr>
            <a:xfrm>
              <a:off x="1214414" y="5072074"/>
              <a:ext cx="565128" cy="5651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3" name=""/>
            <p:cNvSpPr/>
            <p:nvPr/>
          </p:nvSpPr>
          <p:spPr>
            <a:xfrm>
              <a:off x="1285852" y="6000768"/>
              <a:ext cx="250828" cy="25082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4" name=""/>
            <p:cNvSpPr/>
            <p:nvPr/>
          </p:nvSpPr>
          <p:spPr>
            <a:xfrm>
              <a:off x="1428728" y="6264276"/>
              <a:ext cx="593724" cy="5937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3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35" name=""/>
            <p:cNvSpPr/>
            <p:nvPr/>
          </p:nvSpPr>
          <p:spPr>
            <a:xfrm>
              <a:off x="8047062" y="47600"/>
              <a:ext cx="250828" cy="250828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1015999" y="914400"/>
            <a:ext cx="8229599" cy="1129604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9" name=""/>
          <p:cNvSpPr>
            <a:spLocks noGrp="1"/>
          </p:cNvSpPr>
          <p:nvPr>
            <p:ph type="body" sz="quarter" idx="14"/>
          </p:nvPr>
        </p:nvSpPr>
        <p:spPr>
          <a:xfrm>
            <a:off x="1015999" y="2133600"/>
            <a:ext cx="8244417" cy="3570288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0A537D4F-2816-4191-B966-3AB5762B9300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5400000">
            <a:off x="8102456" y="2768620"/>
            <a:ext cx="6858000" cy="1320799"/>
            <a:chOff x="0" y="0"/>
            <a:chExt cx="9144000" cy="990600"/>
          </a:xfrm>
        </p:grpSpPr>
        <p:sp>
          <p:nvSpPr>
            <p:cNvPr id="8" name=""/>
            <p:cNvSpPr/>
            <p:nvPr/>
          </p:nvSpPr>
          <p:spPr>
            <a:xfrm flipH="1">
              <a:off x="0" y="0"/>
              <a:ext cx="8839200" cy="990600"/>
            </a:xfrm>
            <a:custGeom>
              <a:avLst/>
              <a:gdLst>
                <a:gd name="connsiteX0" fmla="*/ 0 w 7162800"/>
                <a:gd name="connsiteY0" fmla="*/ 1066800 h 1066800"/>
                <a:gd name="connsiteX1" fmla="*/ 3581400 w 7162800"/>
                <a:gd name="connsiteY1" fmla="*/ 0 h 1066800"/>
                <a:gd name="connsiteX2" fmla="*/ 7162800 w 7162800"/>
                <a:gd name="connsiteY2" fmla="*/ 1066800 h 1066800"/>
                <a:gd name="connsiteX3" fmla="*/ 0 w 7162800"/>
                <a:gd name="connsiteY3" fmla="*/ 1066800 h 1066800"/>
                <a:gd name="connsiteX0" fmla="*/ 457200 w 7620000"/>
                <a:gd name="connsiteY0" fmla="*/ 1524000 h 1524000"/>
                <a:gd name="connsiteX1" fmla="*/ 0 w 7620000"/>
                <a:gd name="connsiteY1" fmla="*/ 0 h 1524000"/>
                <a:gd name="connsiteX2" fmla="*/ 7620000 w 7620000"/>
                <a:gd name="connsiteY2" fmla="*/ 1524000 h 1524000"/>
                <a:gd name="connsiteX3" fmla="*/ 457200 w 7620000"/>
                <a:gd name="connsiteY3" fmla="*/ 1524000 h 1524000"/>
                <a:gd name="connsiteX0" fmla="*/ 9144000 w 9144000"/>
                <a:gd name="connsiteY0" fmla="*/ 0 h 1524000"/>
                <a:gd name="connsiteX1" fmla="*/ 0 w 9144000"/>
                <a:gd name="connsiteY1" fmla="*/ 0 h 1524000"/>
                <a:gd name="connsiteX2" fmla="*/ 7620000 w 9144000"/>
                <a:gd name="connsiteY2" fmla="*/ 1524000 h 1524000"/>
                <a:gd name="connsiteX3" fmla="*/ 9144000 w 9144000"/>
                <a:gd name="connsiteY3" fmla="*/ 0 h 15240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9144000 w 9144000"/>
                <a:gd name="connsiteY2" fmla="*/ 990600 h 990600"/>
                <a:gd name="connsiteX3" fmla="*/ 9144000 w 9144000"/>
                <a:gd name="connsiteY3" fmla="*/ 0 h 990600"/>
                <a:gd name="connsiteX0" fmla="*/ 8839200 w 8839200"/>
                <a:gd name="connsiteY0" fmla="*/ 0 h 990600"/>
                <a:gd name="connsiteX1" fmla="*/ 0 w 8839200"/>
                <a:gd name="connsiteY1" fmla="*/ 685800 h 990600"/>
                <a:gd name="connsiteX2" fmla="*/ 8839200 w 8839200"/>
                <a:gd name="connsiteY2" fmla="*/ 990600 h 990600"/>
                <a:gd name="connsiteX3" fmla="*/ 8839200 w 8839200"/>
                <a:gd name="connsiteY3" fmla="*/ 0 h 9906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9200" h="990600">
                  <a:moveTo>
                    <a:pt x="8839200" y="0"/>
                  </a:moveTo>
                  <a:lnTo>
                    <a:pt x="0" y="685800"/>
                  </a:lnTo>
                  <a:lnTo>
                    <a:pt x="8839200" y="990600"/>
                  </a:lnTo>
                  <a:lnTo>
                    <a:pt x="8839200" y="0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9525">
              <a:noFill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0" y="0"/>
              <a:ext cx="9144000" cy="990600"/>
            </a:xfrm>
            <a:custGeom>
              <a:avLst/>
              <a:gdLst>
                <a:gd name="connsiteX0" fmla="*/ 0 w 7162800"/>
                <a:gd name="connsiteY0" fmla="*/ 1066800 h 1066800"/>
                <a:gd name="connsiteX1" fmla="*/ 3581400 w 7162800"/>
                <a:gd name="connsiteY1" fmla="*/ 0 h 1066800"/>
                <a:gd name="connsiteX2" fmla="*/ 7162800 w 7162800"/>
                <a:gd name="connsiteY2" fmla="*/ 1066800 h 1066800"/>
                <a:gd name="connsiteX3" fmla="*/ 0 w 7162800"/>
                <a:gd name="connsiteY3" fmla="*/ 1066800 h 1066800"/>
                <a:gd name="connsiteX0" fmla="*/ 457200 w 7620000"/>
                <a:gd name="connsiteY0" fmla="*/ 1524000 h 1524000"/>
                <a:gd name="connsiteX1" fmla="*/ 0 w 7620000"/>
                <a:gd name="connsiteY1" fmla="*/ 0 h 1524000"/>
                <a:gd name="connsiteX2" fmla="*/ 7620000 w 7620000"/>
                <a:gd name="connsiteY2" fmla="*/ 1524000 h 1524000"/>
                <a:gd name="connsiteX3" fmla="*/ 457200 w 7620000"/>
                <a:gd name="connsiteY3" fmla="*/ 1524000 h 1524000"/>
                <a:gd name="connsiteX0" fmla="*/ 9144000 w 9144000"/>
                <a:gd name="connsiteY0" fmla="*/ 0 h 1524000"/>
                <a:gd name="connsiteX1" fmla="*/ 0 w 9144000"/>
                <a:gd name="connsiteY1" fmla="*/ 0 h 1524000"/>
                <a:gd name="connsiteX2" fmla="*/ 7620000 w 9144000"/>
                <a:gd name="connsiteY2" fmla="*/ 1524000 h 1524000"/>
                <a:gd name="connsiteX3" fmla="*/ 9144000 w 9144000"/>
                <a:gd name="connsiteY3" fmla="*/ 0 h 15240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9144000 w 9144000"/>
                <a:gd name="connsiteY2" fmla="*/ 990600 h 990600"/>
                <a:gd name="connsiteX3" fmla="*/ 9144000 w 9144000"/>
                <a:gd name="connsiteY3" fmla="*/ 0 h 9906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466725 w 9144000"/>
                <a:gd name="connsiteY2" fmla="*/ 47625 h 990600"/>
                <a:gd name="connsiteX3" fmla="*/ 9144000 w 9144000"/>
                <a:gd name="connsiteY3" fmla="*/ 990600 h 990600"/>
                <a:gd name="connsiteX4" fmla="*/ 9144000 w 9144000"/>
                <a:gd name="connsiteY4" fmla="*/ 0 h 9906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9525 w 9144000"/>
                <a:gd name="connsiteY2" fmla="*/ 504825 h 990600"/>
                <a:gd name="connsiteX3" fmla="*/ 9144000 w 9144000"/>
                <a:gd name="connsiteY3" fmla="*/ 990600 h 990600"/>
                <a:gd name="connsiteX4" fmla="*/ 9144000 w 9144000"/>
                <a:gd name="connsiteY4" fmla="*/ 0 h 9906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9525" y="504825"/>
                  </a:lnTo>
                  <a:lnTo>
                    <a:pt x="9144000" y="990600"/>
                  </a:lnTo>
                  <a:lnTo>
                    <a:pt x="9144000" y="0"/>
                  </a:lnTo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9525">
              <a:noFill/>
              <a:round/>
            </a:ln>
            <a:effectLst>
              <a:outerShdw blurRad="50800" dist="38100" dir="5400000" algn="t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10" name=""/>
          <p:cNvGrpSpPr/>
          <p:nvPr/>
        </p:nvGrpSpPr>
        <p:grpSpPr>
          <a:xfrm rot="5400000">
            <a:off x="10440342" y="5411142"/>
            <a:ext cx="1080000" cy="1871315"/>
            <a:chOff x="8077200" y="152400"/>
            <a:chExt cx="928516" cy="1664292"/>
          </a:xfrm>
        </p:grpSpPr>
        <p:sp>
          <p:nvSpPr>
            <p:cNvPr id="11" name=""/>
            <p:cNvSpPr/>
            <p:nvPr/>
          </p:nvSpPr>
          <p:spPr>
            <a:xfrm>
              <a:off x="8381998" y="1676400"/>
              <a:ext cx="140292" cy="14029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8077200" y="939502"/>
              <a:ext cx="393533" cy="393533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/>
            <p:nvPr/>
          </p:nvSpPr>
          <p:spPr>
            <a:xfrm>
              <a:off x="8458197" y="1143000"/>
              <a:ext cx="512058" cy="51205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4" name=""/>
            <p:cNvSpPr/>
            <p:nvPr/>
          </p:nvSpPr>
          <p:spPr>
            <a:xfrm>
              <a:off x="8470762" y="808315"/>
              <a:ext cx="230308" cy="2303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5" name=""/>
            <p:cNvSpPr/>
            <p:nvPr/>
          </p:nvSpPr>
          <p:spPr>
            <a:xfrm>
              <a:off x="8077200" y="152400"/>
              <a:ext cx="615059" cy="61505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6" name=""/>
            <p:cNvSpPr/>
            <p:nvPr/>
          </p:nvSpPr>
          <p:spPr>
            <a:xfrm>
              <a:off x="8775408" y="196106"/>
              <a:ext cx="230308" cy="230308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11043813" y="274638"/>
            <a:ext cx="1161142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998582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E9A09CFD-CD73-42CD-8107-FABA9430AA5B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88047A4E-B306-4D3E-8C4B-2AC13D241DAE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물방울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0" y="0"/>
            <a:ext cx="12191999" cy="990600"/>
            <a:chOff x="0" y="0"/>
            <a:chExt cx="9144000" cy="990600"/>
          </a:xfrm>
        </p:grpSpPr>
        <p:sp>
          <p:nvSpPr>
            <p:cNvPr id="10" name=""/>
            <p:cNvSpPr/>
            <p:nvPr/>
          </p:nvSpPr>
          <p:spPr>
            <a:xfrm flipH="1">
              <a:off x="0" y="0"/>
              <a:ext cx="8839200" cy="990600"/>
            </a:xfrm>
            <a:custGeom>
              <a:avLst/>
              <a:gdLst>
                <a:gd name="connsiteX0" fmla="*/ 0 w 7162800"/>
                <a:gd name="connsiteY0" fmla="*/ 1066800 h 1066800"/>
                <a:gd name="connsiteX1" fmla="*/ 3581400 w 7162800"/>
                <a:gd name="connsiteY1" fmla="*/ 0 h 1066800"/>
                <a:gd name="connsiteX2" fmla="*/ 7162800 w 7162800"/>
                <a:gd name="connsiteY2" fmla="*/ 1066800 h 1066800"/>
                <a:gd name="connsiteX3" fmla="*/ 0 w 7162800"/>
                <a:gd name="connsiteY3" fmla="*/ 1066800 h 1066800"/>
                <a:gd name="connsiteX0" fmla="*/ 457200 w 7620000"/>
                <a:gd name="connsiteY0" fmla="*/ 1524000 h 1524000"/>
                <a:gd name="connsiteX1" fmla="*/ 0 w 7620000"/>
                <a:gd name="connsiteY1" fmla="*/ 0 h 1524000"/>
                <a:gd name="connsiteX2" fmla="*/ 7620000 w 7620000"/>
                <a:gd name="connsiteY2" fmla="*/ 1524000 h 1524000"/>
                <a:gd name="connsiteX3" fmla="*/ 457200 w 7620000"/>
                <a:gd name="connsiteY3" fmla="*/ 1524000 h 1524000"/>
                <a:gd name="connsiteX0" fmla="*/ 9144000 w 9144000"/>
                <a:gd name="connsiteY0" fmla="*/ 0 h 1524000"/>
                <a:gd name="connsiteX1" fmla="*/ 0 w 9144000"/>
                <a:gd name="connsiteY1" fmla="*/ 0 h 1524000"/>
                <a:gd name="connsiteX2" fmla="*/ 7620000 w 9144000"/>
                <a:gd name="connsiteY2" fmla="*/ 1524000 h 1524000"/>
                <a:gd name="connsiteX3" fmla="*/ 9144000 w 9144000"/>
                <a:gd name="connsiteY3" fmla="*/ 0 h 15240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9144000 w 9144000"/>
                <a:gd name="connsiteY2" fmla="*/ 990600 h 990600"/>
                <a:gd name="connsiteX3" fmla="*/ 9144000 w 9144000"/>
                <a:gd name="connsiteY3" fmla="*/ 0 h 990600"/>
                <a:gd name="connsiteX0" fmla="*/ 8839200 w 8839200"/>
                <a:gd name="connsiteY0" fmla="*/ 0 h 990600"/>
                <a:gd name="connsiteX1" fmla="*/ 0 w 8839200"/>
                <a:gd name="connsiteY1" fmla="*/ 685800 h 990600"/>
                <a:gd name="connsiteX2" fmla="*/ 8839200 w 8839200"/>
                <a:gd name="connsiteY2" fmla="*/ 990600 h 990600"/>
                <a:gd name="connsiteX3" fmla="*/ 8839200 w 8839200"/>
                <a:gd name="connsiteY3" fmla="*/ 0 h 9906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39200" h="990600">
                  <a:moveTo>
                    <a:pt x="8839200" y="0"/>
                  </a:moveTo>
                  <a:lnTo>
                    <a:pt x="0" y="685800"/>
                  </a:lnTo>
                  <a:lnTo>
                    <a:pt x="8839200" y="990600"/>
                  </a:lnTo>
                  <a:lnTo>
                    <a:pt x="8839200" y="0"/>
                  </a:lnTo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9525">
              <a:noFill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0" y="0"/>
              <a:ext cx="9144000" cy="990600"/>
            </a:xfrm>
            <a:custGeom>
              <a:avLst/>
              <a:gdLst>
                <a:gd name="connsiteX0" fmla="*/ 0 w 7162800"/>
                <a:gd name="connsiteY0" fmla="*/ 1066800 h 1066800"/>
                <a:gd name="connsiteX1" fmla="*/ 3581400 w 7162800"/>
                <a:gd name="connsiteY1" fmla="*/ 0 h 1066800"/>
                <a:gd name="connsiteX2" fmla="*/ 7162800 w 7162800"/>
                <a:gd name="connsiteY2" fmla="*/ 1066800 h 1066800"/>
                <a:gd name="connsiteX3" fmla="*/ 0 w 7162800"/>
                <a:gd name="connsiteY3" fmla="*/ 1066800 h 1066800"/>
                <a:gd name="connsiteX0" fmla="*/ 457200 w 7620000"/>
                <a:gd name="connsiteY0" fmla="*/ 1524000 h 1524000"/>
                <a:gd name="connsiteX1" fmla="*/ 0 w 7620000"/>
                <a:gd name="connsiteY1" fmla="*/ 0 h 1524000"/>
                <a:gd name="connsiteX2" fmla="*/ 7620000 w 7620000"/>
                <a:gd name="connsiteY2" fmla="*/ 1524000 h 1524000"/>
                <a:gd name="connsiteX3" fmla="*/ 457200 w 7620000"/>
                <a:gd name="connsiteY3" fmla="*/ 1524000 h 1524000"/>
                <a:gd name="connsiteX0" fmla="*/ 9144000 w 9144000"/>
                <a:gd name="connsiteY0" fmla="*/ 0 h 1524000"/>
                <a:gd name="connsiteX1" fmla="*/ 0 w 9144000"/>
                <a:gd name="connsiteY1" fmla="*/ 0 h 1524000"/>
                <a:gd name="connsiteX2" fmla="*/ 7620000 w 9144000"/>
                <a:gd name="connsiteY2" fmla="*/ 1524000 h 1524000"/>
                <a:gd name="connsiteX3" fmla="*/ 9144000 w 9144000"/>
                <a:gd name="connsiteY3" fmla="*/ 0 h 15240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9144000 w 9144000"/>
                <a:gd name="connsiteY2" fmla="*/ 990600 h 990600"/>
                <a:gd name="connsiteX3" fmla="*/ 9144000 w 9144000"/>
                <a:gd name="connsiteY3" fmla="*/ 0 h 9906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466725 w 9144000"/>
                <a:gd name="connsiteY2" fmla="*/ 47625 h 990600"/>
                <a:gd name="connsiteX3" fmla="*/ 9144000 w 9144000"/>
                <a:gd name="connsiteY3" fmla="*/ 990600 h 990600"/>
                <a:gd name="connsiteX4" fmla="*/ 9144000 w 9144000"/>
                <a:gd name="connsiteY4" fmla="*/ 0 h 990600"/>
                <a:gd name="connsiteX0" fmla="*/ 9144000 w 9144000"/>
                <a:gd name="connsiteY0" fmla="*/ 0 h 990600"/>
                <a:gd name="connsiteX1" fmla="*/ 0 w 9144000"/>
                <a:gd name="connsiteY1" fmla="*/ 0 h 990600"/>
                <a:gd name="connsiteX2" fmla="*/ 9525 w 9144000"/>
                <a:gd name="connsiteY2" fmla="*/ 504825 h 990600"/>
                <a:gd name="connsiteX3" fmla="*/ 9144000 w 9144000"/>
                <a:gd name="connsiteY3" fmla="*/ 990600 h 990600"/>
                <a:gd name="connsiteX4" fmla="*/ 9144000 w 9144000"/>
                <a:gd name="connsiteY4" fmla="*/ 0 h 9906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9525" y="504825"/>
                  </a:lnTo>
                  <a:lnTo>
                    <a:pt x="9144000" y="990600"/>
                  </a:lnTo>
                  <a:lnTo>
                    <a:pt x="9144000" y="0"/>
                  </a:lnTo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9525">
              <a:noFill/>
              <a:round/>
            </a:ln>
            <a:effectLst>
              <a:outerShdw blurRad="50800" dist="38100" dir="5400000" algn="t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grpSp>
        <p:nvGrpSpPr>
          <p:cNvPr id="8" name=""/>
          <p:cNvGrpSpPr/>
          <p:nvPr/>
        </p:nvGrpSpPr>
        <p:grpSpPr>
          <a:xfrm rot="0">
            <a:off x="11124819" y="158400"/>
            <a:ext cx="972000" cy="1663200"/>
            <a:chOff x="8077200" y="152400"/>
            <a:chExt cx="928516" cy="1664292"/>
          </a:xfrm>
        </p:grpSpPr>
        <p:sp>
          <p:nvSpPr>
            <p:cNvPr id="12" name=""/>
            <p:cNvSpPr/>
            <p:nvPr/>
          </p:nvSpPr>
          <p:spPr>
            <a:xfrm>
              <a:off x="8381998" y="1676400"/>
              <a:ext cx="140292" cy="14029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3" name=""/>
            <p:cNvSpPr/>
            <p:nvPr/>
          </p:nvSpPr>
          <p:spPr>
            <a:xfrm>
              <a:off x="8077200" y="939502"/>
              <a:ext cx="393533" cy="393533"/>
            </a:xfrm>
            <a:prstGeom prst="ellipse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4" name=""/>
            <p:cNvSpPr/>
            <p:nvPr/>
          </p:nvSpPr>
          <p:spPr>
            <a:xfrm>
              <a:off x="8458197" y="1143000"/>
              <a:ext cx="512058" cy="51205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5" name=""/>
            <p:cNvSpPr/>
            <p:nvPr/>
          </p:nvSpPr>
          <p:spPr>
            <a:xfrm>
              <a:off x="8470762" y="808315"/>
              <a:ext cx="230308" cy="2303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6" name=""/>
            <p:cNvSpPr/>
            <p:nvPr/>
          </p:nvSpPr>
          <p:spPr>
            <a:xfrm>
              <a:off x="8077200" y="152400"/>
              <a:ext cx="615059" cy="61505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7" name=""/>
            <p:cNvSpPr/>
            <p:nvPr/>
          </p:nvSpPr>
          <p:spPr>
            <a:xfrm>
              <a:off x="8775408" y="196106"/>
              <a:ext cx="230308" cy="230308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76177"/>
            <a:ext cx="10972799" cy="868346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09599" y="1133476"/>
            <a:ext cx="10972799" cy="5066358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>
              <a:defRPr lang="ko-KR" altLang="en-US"/>
            </a:pPr>
            <a:fld id="{D4100758-C520-409D-A43F-1BA465BE9CC9}" type="datetime1">
              <a:rPr lang="ko-KR" altLang="en-US"/>
              <a:pPr>
                <a:defRPr lang="ko-KR" altLang="en-US"/>
              </a:pPr>
              <a:t>2022-11-15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 lang="ko-KR" altLang="en-US"/>
            </a:pPr>
            <a:fld id="{DF28FB93-0A08-4E7D-8E63-9EFA29F1E093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1" hangingPunct="1">
        <a:spcBef>
          <a:spcPct val="20000"/>
        </a:spcBef>
        <a:buClr>
          <a:schemeClr val="accent1"/>
        </a:buClr>
        <a:buSzPct val="80000"/>
        <a:buFont typeface="Wingdings"/>
        <a:buChar char="£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80000"/>
        <a:buFont typeface="Wingdings"/>
        <a:buChar char="£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tx2"/>
        </a:buClr>
        <a:buSzPct val="80000"/>
        <a:buFont typeface="Wingdings"/>
        <a:buChar char="£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tx2"/>
        </a:buClr>
        <a:buSzPct val="60000"/>
        <a:buFont typeface="Wingdings"/>
        <a:buChar char="l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tx2"/>
        </a:buClr>
        <a:buSzPct val="100000"/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333625" indent="-180975" algn="l" defTabSz="914400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00325" indent="-180975" algn="l" defTabSz="914400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67025" indent="-171450" algn="l" defTabSz="914400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43250" indent="-180975" algn="l" defTabSz="914400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://kkms4001.iptime.org/~c16st30/portfolio/kiosk/build/html/kiosk.html" TargetMode="External" /><Relationship Id="rId3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jpe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3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27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28.png"  /><Relationship Id="rId6" Type="http://schemas.openxmlformats.org/officeDocument/2006/relationships/image" Target="../media/image29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30.png"  /><Relationship Id="rId6" Type="http://schemas.openxmlformats.org/officeDocument/2006/relationships/image" Target="../media/image31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6.pn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Relationship Id="rId6" Type="http://schemas.openxmlformats.org/officeDocument/2006/relationships/image" Target="../media/image32.png"  /><Relationship Id="rId7" Type="http://schemas.openxmlformats.org/officeDocument/2006/relationships/image" Target="../media/image33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34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35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36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37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38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39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40.png"  /><Relationship Id="rId6" Type="http://schemas.openxmlformats.org/officeDocument/2006/relationships/image" Target="../media/image41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42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43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44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45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hyperlink" Target="http://kkms4001.iptime.org/~c16st30/portfolio/kiosk/build/html/kiosk.html" TargetMode="External" /><Relationship Id="rId4" Type="http://schemas.openxmlformats.org/officeDocument/2006/relationships/image" Target="../media/image1.png"  /><Relationship Id="rId5" Type="http://schemas.openxmlformats.org/officeDocument/2006/relationships/image" Target="../media/image46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47.jpeg"  /><Relationship Id="rId4" Type="http://schemas.openxmlformats.org/officeDocument/2006/relationships/image" Target="../media/image48.jpeg"  /><Relationship Id="rId5" Type="http://schemas.openxmlformats.org/officeDocument/2006/relationships/hyperlink" Target="http://kkms4001.iptime.org/~c16st30/portfolio/kiosk/build/html/kiosk.html" TargetMode="External" /><Relationship Id="rId6" Type="http://schemas.openxmlformats.org/officeDocument/2006/relationships/image" Target="../media/image1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49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0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1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2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3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4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5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6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7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8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59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60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61.jpeg"  /><Relationship Id="rId4" Type="http://schemas.openxmlformats.org/officeDocument/2006/relationships/hyperlink" Target="http://kkms4001.iptime.org/~c16st30/portfolio/kiosk/build/html/kiosk.html" TargetMode="External" /><Relationship Id="rId5" Type="http://schemas.openxmlformats.org/officeDocument/2006/relationships/image" Target="../media/image1.png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://kkms4001.iptime.org/~c16st30/portfolio/kiosk/build/html/kiosk.html" TargetMode="External" /><Relationship Id="rId3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12000">
                <a:latin typeface="HY바다M"/>
                <a:ea typeface="HY바다M"/>
              </a:rPr>
              <a:t>Kiosk</a:t>
            </a:r>
            <a:endParaRPr lang="en-US" altLang="ko-KR" sz="12000">
              <a:latin typeface="HY바다M"/>
              <a:ea typeface="HY바다M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9599" y="4738694"/>
            <a:ext cx="8534399" cy="587697"/>
          </a:xfrm>
        </p:spPr>
        <p:txBody>
          <a:bodyPr/>
          <a:lstStyle/>
          <a:p>
            <a:pPr>
              <a:defRPr/>
            </a:pPr>
            <a:r>
              <a:rPr lang="en-US" altLang="ko-KR" sz="4000">
                <a:latin typeface="휴먼편지체"/>
                <a:ea typeface="휴먼편지체"/>
              </a:rPr>
              <a:t>Made by </a:t>
            </a:r>
            <a:r>
              <a:rPr lang="ko-KR" altLang="en-US" sz="4000">
                <a:latin typeface="휴먼편지체"/>
                <a:ea typeface="휴먼편지체"/>
              </a:rPr>
              <a:t>함중욱</a:t>
            </a:r>
            <a:endParaRPr lang="ko-KR" altLang="en-US" sz="4000">
              <a:latin typeface="휴먼편지체"/>
              <a:ea typeface="휴먼편지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Index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>
          <a:xfrm>
            <a:off x="609599" y="1333499"/>
            <a:ext cx="10972799" cy="5142997"/>
          </a:xfrm>
        </p:spPr>
        <p:txBody>
          <a:bodyPr/>
          <a:lstStyle/>
          <a:p>
            <a:pPr marL="444000" indent="-444000">
              <a:buAutoNum type="romanUcPeriod"/>
              <a:defRPr/>
            </a:pPr>
            <a:r>
              <a:rPr lang="ko-KR" altLang="en-US" sz="5000">
                <a:latin typeface="한컴 윤고딕 230"/>
              </a:rPr>
              <a:t>스케치 </a:t>
            </a:r>
            <a:r>
              <a:rPr lang="en-US" altLang="ko-KR" sz="3000">
                <a:latin typeface="한컴 윤고딕 230"/>
              </a:rPr>
              <a:t>p.2</a:t>
            </a:r>
            <a:endParaRPr lang="en-US" altLang="ko-KR" sz="3000">
              <a:latin typeface="한컴 윤고딕 230"/>
            </a:endParaRPr>
          </a:p>
          <a:p>
            <a:pPr marL="444000" indent="-444000">
              <a:buAutoNum type="romanUcPeriod"/>
              <a:defRPr/>
            </a:pPr>
            <a:r>
              <a:rPr lang="en-US" altLang="ko-KR" sz="5000">
                <a:latin typeface="한컴 윤고딕 230"/>
              </a:rPr>
              <a:t>Persona </a:t>
            </a:r>
            <a:r>
              <a:rPr lang="en-US" altLang="ko-KR" sz="3000">
                <a:latin typeface="한컴 윤고딕 230"/>
              </a:rPr>
              <a:t>P.3~6</a:t>
            </a:r>
            <a:endParaRPr lang="en-US" altLang="ko-KR" sz="3000">
              <a:latin typeface="한컴 윤고딕 230"/>
            </a:endParaRPr>
          </a:p>
          <a:p>
            <a:pPr marL="444000" indent="-444000">
              <a:buAutoNum type="romanUcPeriod"/>
              <a:defRPr/>
            </a:pPr>
            <a:r>
              <a:rPr lang="en-US" altLang="ko-KR" sz="5000">
                <a:latin typeface="한컴 윤고딕 230"/>
              </a:rPr>
              <a:t>Kiosk</a:t>
            </a:r>
            <a:r>
              <a:rPr lang="ko-KR" altLang="en-US" sz="5000">
                <a:latin typeface="한컴 윤고딕 230"/>
              </a:rPr>
              <a:t> 소개 </a:t>
            </a:r>
            <a:r>
              <a:rPr lang="en-US" altLang="ko-KR" sz="3000">
                <a:latin typeface="한컴 윤고딕 230"/>
              </a:rPr>
              <a:t>p.7~24</a:t>
            </a:r>
            <a:endParaRPr lang="en-US" altLang="ko-KR" sz="3000">
              <a:latin typeface="한컴 윤고딕 230"/>
            </a:endParaRPr>
          </a:p>
          <a:p>
            <a:pPr marL="444000" indent="-444000">
              <a:buAutoNum type="romanUcPeriod"/>
              <a:defRPr/>
            </a:pPr>
            <a:r>
              <a:rPr lang="ko-KR" altLang="en-US" sz="5000">
                <a:latin typeface="한컴 윤고딕 230"/>
              </a:rPr>
              <a:t>코딩</a:t>
            </a:r>
            <a:r>
              <a:rPr lang="en-US" altLang="ko-KR" sz="5000">
                <a:latin typeface="한컴 윤고딕 230"/>
              </a:rPr>
              <a:t> </a:t>
            </a:r>
            <a:r>
              <a:rPr lang="en-US" altLang="ko-KR" sz="3000">
                <a:latin typeface="한컴 윤고딕 230"/>
              </a:rPr>
              <a:t>p.25~54</a:t>
            </a:r>
            <a:endParaRPr lang="en-US" altLang="ko-KR" sz="3000">
              <a:latin typeface="한컴 윤고딕 230"/>
            </a:endParaRPr>
          </a:p>
          <a:p>
            <a:pPr marL="444000" indent="-444000">
              <a:buAutoNum type="romanUcPeriod"/>
              <a:defRPr/>
            </a:pPr>
            <a:r>
              <a:rPr lang="ko-KR" altLang="en-US" sz="5000">
                <a:latin typeface="한컴 윤고딕 230"/>
              </a:rPr>
              <a:t>후기</a:t>
            </a:r>
            <a:r>
              <a:rPr lang="en-US" altLang="ko-KR" sz="5000">
                <a:latin typeface="한컴 윤고딕 230"/>
              </a:rPr>
              <a:t> </a:t>
            </a:r>
            <a:r>
              <a:rPr lang="en-US" altLang="ko-KR" sz="3000">
                <a:latin typeface="한컴 윤고딕 230"/>
              </a:rPr>
              <a:t>p.55</a:t>
            </a:r>
            <a:endParaRPr lang="en-US" altLang="ko-KR" sz="3000">
              <a:latin typeface="한컴 윤고딕 230"/>
            </a:endParaRPr>
          </a:p>
        </p:txBody>
      </p:sp>
      <p:pic>
        <p:nvPicPr>
          <p:cNvPr id="6" name="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582398" y="6251070"/>
            <a:ext cx="450851" cy="450851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8000">
                <a:latin typeface="HY바다M"/>
                <a:ea typeface="HY바다M"/>
              </a:rPr>
              <a:t>스케치</a:t>
            </a:r>
            <a:endParaRPr lang="ko-KR" altLang="en-US" sz="8000">
              <a:latin typeface="HY바다M"/>
              <a:ea typeface="HY바다M"/>
            </a:endParaRPr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72702" y="1310083"/>
            <a:ext cx="10592540" cy="5142997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1849139" y="6453080"/>
            <a:ext cx="342861" cy="36679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2</a:t>
            </a:r>
            <a:endParaRPr lang="en-US" altLang="ko-KR"/>
          </a:p>
        </p:txBody>
      </p:sp>
      <p:pic>
        <p:nvPicPr>
          <p:cNvPr id="5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81235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Persona</a:t>
            </a:r>
            <a:endParaRPr lang="en-US" altLang="ko-KR" sz="8000">
              <a:latin typeface="HY바다M"/>
              <a:ea typeface="HY바다M"/>
            </a:endParaRPr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09599" y="1163240"/>
            <a:ext cx="10419642" cy="5142997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1849139" y="6453080"/>
            <a:ext cx="339049" cy="3667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</a:t>
            </a:r>
            <a:endParaRPr lang="en-US" altLang="ko-KR"/>
          </a:p>
        </p:txBody>
      </p:sp>
      <p:pic>
        <p:nvPicPr>
          <p:cNvPr id="5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613217" y="5834392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Persona</a:t>
            </a:r>
            <a:endParaRPr lang="en-US" altLang="ko-KR" sz="8000">
              <a:latin typeface="HY바다M"/>
              <a:ea typeface="HY바다M"/>
            </a:endParaRPr>
          </a:p>
        </p:txBody>
      </p:sp>
      <p:pic>
        <p:nvPicPr>
          <p:cNvPr id="4" name="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tretch>
            <a:fillRect/>
          </a:stretch>
        </p:blipFill>
        <p:spPr>
          <a:xfrm>
            <a:off x="609599" y="1143396"/>
            <a:ext cx="10429565" cy="5142997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11849139" y="6453080"/>
            <a:ext cx="339049" cy="3667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</a:t>
            </a:r>
            <a:endParaRPr lang="en-US" altLang="ko-KR"/>
          </a:p>
        </p:txBody>
      </p:sp>
      <p:pic>
        <p:nvPicPr>
          <p:cNvPr id="6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610973" y="5962185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Persona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849139" y="6453080"/>
            <a:ext cx="339049" cy="3667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</a:t>
            </a:r>
            <a:endParaRPr lang="en-US" altLang="ko-KR"/>
          </a:p>
        </p:txBody>
      </p:sp>
      <p:pic>
        <p:nvPicPr>
          <p:cNvPr id="6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09599" y="1093786"/>
            <a:ext cx="10459330" cy="5142997"/>
          </a:xfrm>
          <a:prstGeom prst="rect">
            <a:avLst/>
          </a:prstGeom>
        </p:spPr>
      </p:pic>
      <p:pic>
        <p:nvPicPr>
          <p:cNvPr id="7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Persona</a:t>
            </a:r>
            <a:r>
              <a:rPr lang="ko-KR" altLang="en-US" sz="8000">
                <a:latin typeface="HY바다M"/>
                <a:ea typeface="HY바다M"/>
              </a:rPr>
              <a:t> 니즈 개선안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849139" y="6453080"/>
            <a:ext cx="339049" cy="3667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6</a:t>
            </a:r>
            <a:endParaRPr lang="en-US" altLang="ko-KR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261955"/>
            <a:ext cx="10394689" cy="5191125"/>
          </a:xfrm>
          <a:prstGeom prst="rect">
            <a:avLst/>
          </a:prstGeom>
        </p:spPr>
      </p:pic>
      <p:pic>
        <p:nvPicPr>
          <p:cNvPr id="9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849139" y="6453080"/>
            <a:ext cx="339049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7</a:t>
            </a:r>
            <a:endParaRPr lang="en-US" altLang="ko-KR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049481"/>
            <a:ext cx="10328728" cy="5586055"/>
          </a:xfrm>
          <a:prstGeom prst="rect">
            <a:avLst/>
          </a:prstGeom>
        </p:spPr>
      </p:pic>
      <p:pic>
        <p:nvPicPr>
          <p:cNvPr id="7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108868"/>
            <a:ext cx="10381853" cy="5314950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11849139" y="6453080"/>
            <a:ext cx="339049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8</a:t>
            </a:r>
            <a:endParaRPr lang="en-US" altLang="ko-KR"/>
          </a:p>
        </p:txBody>
      </p:sp>
      <p:pic>
        <p:nvPicPr>
          <p:cNvPr id="6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849139" y="6453080"/>
            <a:ext cx="339049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9</a:t>
            </a:r>
            <a:endParaRPr lang="en-US" altLang="ko-KR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204805"/>
            <a:ext cx="10461625" cy="5248275"/>
          </a:xfrm>
          <a:prstGeom prst="rect">
            <a:avLst/>
          </a:prstGeom>
        </p:spPr>
      </p:pic>
      <p:pic>
        <p:nvPicPr>
          <p:cNvPr id="7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15789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10</a:t>
            </a:r>
            <a:endParaRPr lang="en-US" altLang="ko-KR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176230"/>
            <a:ext cx="10401697" cy="5276850"/>
          </a:xfrm>
          <a:prstGeom prst="rect">
            <a:avLst/>
          </a:prstGeom>
        </p:spPr>
      </p:pic>
      <p:pic>
        <p:nvPicPr>
          <p:cNvPr id="8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5335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11</a:t>
            </a:r>
            <a:endParaRPr lang="en-US" altLang="ko-KR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185755"/>
            <a:ext cx="10440987" cy="5267325"/>
          </a:xfrm>
          <a:prstGeom prst="rect">
            <a:avLst/>
          </a:prstGeom>
        </p:spPr>
      </p:pic>
      <p:pic>
        <p:nvPicPr>
          <p:cNvPr id="9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12</a:t>
            </a:r>
            <a:endParaRPr lang="en-US" altLang="ko-KR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185755"/>
            <a:ext cx="10479882" cy="5267325"/>
          </a:xfrm>
          <a:prstGeom prst="rect">
            <a:avLst/>
          </a:prstGeom>
        </p:spPr>
      </p:pic>
      <p:pic>
        <p:nvPicPr>
          <p:cNvPr id="10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13</a:t>
            </a:r>
            <a:endParaRPr lang="en-US" altLang="ko-KR"/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204805"/>
            <a:ext cx="10471547" cy="5248275"/>
          </a:xfrm>
          <a:prstGeom prst="rect">
            <a:avLst/>
          </a:prstGeom>
        </p:spPr>
      </p:pic>
      <p:pic>
        <p:nvPicPr>
          <p:cNvPr id="11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14</a:t>
            </a:r>
            <a:endParaRPr lang="en-US" altLang="ko-KR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126377"/>
            <a:ext cx="10358628" cy="5509160"/>
          </a:xfrm>
          <a:prstGeom prst="rect">
            <a:avLst/>
          </a:prstGeom>
        </p:spPr>
      </p:pic>
      <p:pic>
        <p:nvPicPr>
          <p:cNvPr id="12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15</a:t>
            </a:r>
            <a:endParaRPr lang="en-US" altLang="ko-KR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1855" y="1347806"/>
            <a:ext cx="10179740" cy="5287731"/>
          </a:xfrm>
          <a:prstGeom prst="rect">
            <a:avLst/>
          </a:prstGeom>
        </p:spPr>
      </p:pic>
      <p:pic>
        <p:nvPicPr>
          <p:cNvPr id="13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16</a:t>
            </a: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176822"/>
            <a:ext cx="10346946" cy="5276258"/>
          </a:xfrm>
          <a:prstGeom prst="rect">
            <a:avLst/>
          </a:prstGeom>
        </p:spPr>
      </p:pic>
      <p:pic>
        <p:nvPicPr>
          <p:cNvPr id="14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17</a:t>
            </a:r>
            <a:endParaRPr lang="en-US" altLang="ko-KR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239331"/>
            <a:ext cx="10367187" cy="5396205"/>
          </a:xfrm>
          <a:prstGeom prst="rect">
            <a:avLst/>
          </a:prstGeom>
        </p:spPr>
      </p:pic>
      <p:pic>
        <p:nvPicPr>
          <p:cNvPr id="15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18</a:t>
            </a:r>
            <a:endParaRPr lang="en-US" altLang="ko-KR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109554"/>
            <a:ext cx="10400903" cy="5343525"/>
          </a:xfrm>
          <a:prstGeom prst="rect">
            <a:avLst/>
          </a:prstGeom>
        </p:spPr>
      </p:pic>
      <p:pic>
        <p:nvPicPr>
          <p:cNvPr id="16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19</a:t>
            </a:r>
            <a:endParaRPr lang="en-US" altLang="ko-KR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185755"/>
            <a:ext cx="10421144" cy="5267325"/>
          </a:xfrm>
          <a:prstGeom prst="rect">
            <a:avLst/>
          </a:prstGeom>
        </p:spPr>
      </p:pic>
      <p:pic>
        <p:nvPicPr>
          <p:cNvPr id="17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20</a:t>
            </a:r>
            <a:endParaRPr lang="en-US" altLang="ko-KR"/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237553"/>
            <a:ext cx="10427831" cy="4884646"/>
          </a:xfrm>
          <a:prstGeom prst="rect">
            <a:avLst/>
          </a:prstGeom>
        </p:spPr>
      </p:pic>
      <p:pic>
        <p:nvPicPr>
          <p:cNvPr id="18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21</a:t>
            </a:r>
            <a:endParaRPr lang="en-US" altLang="ko-KR"/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110505"/>
            <a:ext cx="10486249" cy="5525031"/>
          </a:xfrm>
          <a:prstGeom prst="rect">
            <a:avLst/>
          </a:prstGeom>
        </p:spPr>
      </p:pic>
      <p:pic>
        <p:nvPicPr>
          <p:cNvPr id="19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22</a:t>
            </a:r>
            <a:endParaRPr lang="en-US" altLang="ko-KR"/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317409"/>
            <a:ext cx="10496565" cy="4952035"/>
          </a:xfrm>
          <a:prstGeom prst="rect">
            <a:avLst/>
          </a:prstGeom>
        </p:spPr>
      </p:pic>
      <p:pic>
        <p:nvPicPr>
          <p:cNvPr id="20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23</a:t>
            </a:r>
            <a:endParaRPr lang="en-US" altLang="ko-KR"/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8" y="1255811"/>
            <a:ext cx="10506488" cy="4990214"/>
          </a:xfrm>
          <a:prstGeom prst="rect">
            <a:avLst/>
          </a:prstGeom>
        </p:spPr>
      </p:pic>
      <p:pic>
        <p:nvPicPr>
          <p:cNvPr id="21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Kiosk</a:t>
            </a:r>
            <a:r>
              <a:rPr lang="ko-KR" altLang="en-US" sz="8000">
                <a:latin typeface="HY바다M"/>
                <a:ea typeface="HY바다M"/>
              </a:rPr>
              <a:t> 소개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24</a:t>
            </a:r>
            <a:endParaRPr lang="en-US" altLang="ko-KR"/>
          </a:p>
        </p:txBody>
      </p:sp>
      <p:pic>
        <p:nvPicPr>
          <p:cNvPr id="2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214330"/>
            <a:ext cx="10371138" cy="5238750"/>
          </a:xfrm>
          <a:prstGeom prst="rect">
            <a:avLst/>
          </a:prstGeom>
        </p:spPr>
      </p:pic>
      <p:pic>
        <p:nvPicPr>
          <p:cNvPr id="22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1024" y="1876822"/>
            <a:ext cx="8992158" cy="4593950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10295948" y="3429000"/>
            <a:ext cx="1896052" cy="3886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ko-KR" altLang="en-US" sz="2000"/>
          </a:p>
        </p:txBody>
      </p:sp>
      <p:sp>
        <p:nvSpPr>
          <p:cNvPr id="8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25</a:t>
            </a:r>
            <a:endParaRPr lang="en-US" altLang="ko-KR"/>
          </a:p>
        </p:txBody>
      </p:sp>
      <p:pic>
        <p:nvPicPr>
          <p:cNvPr id="9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sp>
        <p:nvSpPr>
          <p:cNvPr id="10" name=""/>
          <p:cNvSpPr/>
          <p:nvPr/>
        </p:nvSpPr>
        <p:spPr>
          <a:xfrm>
            <a:off x="10194814" y="2067719"/>
            <a:ext cx="1623505" cy="883046"/>
          </a:xfrm>
          <a:prstGeom prst="borderCallout1">
            <a:avLst>
              <a:gd name="adj1" fmla="val 18750"/>
              <a:gd name="adj2" fmla="val -8333"/>
              <a:gd name="adj3" fmla="val 106355"/>
              <a:gd name="adj4" fmla="val -44988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Kiosk Main Box Menu</a:t>
            </a:r>
            <a:r>
              <a:rPr lang="ko-KR" altLang="en-US"/>
              <a:t>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관련 영역</a:t>
            </a:r>
            <a:endParaRPr lang="ko-KR" altLang="en-US"/>
          </a:p>
        </p:txBody>
      </p:sp>
      <p:sp>
        <p:nvSpPr>
          <p:cNvPr id="11" name=""/>
          <p:cNvSpPr/>
          <p:nvPr/>
        </p:nvSpPr>
        <p:spPr>
          <a:xfrm>
            <a:off x="10295948" y="3429000"/>
            <a:ext cx="1623505" cy="883046"/>
          </a:xfrm>
          <a:prstGeom prst="borderCallout1">
            <a:avLst>
              <a:gd name="adj1" fmla="val 18750"/>
              <a:gd name="adj2" fmla="val -8333"/>
              <a:gd name="adj3" fmla="val 27503"/>
              <a:gd name="adj4" fmla="val -44988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Kiosk Header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메뉴 헤더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관련 영역</a:t>
            </a:r>
            <a:endParaRPr lang="ko-KR" altLang="en-US"/>
          </a:p>
        </p:txBody>
      </p:sp>
      <p:sp>
        <p:nvSpPr>
          <p:cNvPr id="12" name=""/>
          <p:cNvSpPr/>
          <p:nvPr/>
        </p:nvSpPr>
        <p:spPr>
          <a:xfrm>
            <a:off x="10194815" y="4859338"/>
            <a:ext cx="1623505" cy="883046"/>
          </a:xfrm>
          <a:prstGeom prst="borderCallout1">
            <a:avLst>
              <a:gd name="adj1" fmla="val 18750"/>
              <a:gd name="adj2" fmla="val -8333"/>
              <a:gd name="adj3" fmla="val 47984"/>
              <a:gd name="adj4" fmla="val -38844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Kiosk Nav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메뉴 네브바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26</a:t>
            </a:r>
            <a:endParaRPr lang="en-US" altLang="ko-KR"/>
          </a:p>
        </p:txBody>
      </p:sp>
      <p:pic>
        <p:nvPicPr>
          <p:cNvPr id="10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11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642480"/>
            <a:ext cx="4235108" cy="4993057"/>
          </a:xfrm>
          <a:prstGeom prst="rect">
            <a:avLst/>
          </a:prstGeom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266236" y="1642480"/>
            <a:ext cx="4522106" cy="4993057"/>
          </a:xfrm>
          <a:prstGeom prst="rect">
            <a:avLst/>
          </a:prstGeom>
        </p:spPr>
      </p:pic>
      <p:sp>
        <p:nvSpPr>
          <p:cNvPr id="15" name=""/>
          <p:cNvSpPr/>
          <p:nvPr/>
        </p:nvSpPr>
        <p:spPr>
          <a:xfrm>
            <a:off x="10430738" y="2706291"/>
            <a:ext cx="1623505" cy="1180702"/>
          </a:xfrm>
          <a:prstGeom prst="borderCallout1">
            <a:avLst>
              <a:gd name="adj1" fmla="val 18750"/>
              <a:gd name="adj2" fmla="val -8333"/>
              <a:gd name="adj3" fmla="val 47984"/>
              <a:gd name="adj4" fmla="val -38844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Kiosk Menu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인기메뉴 </a:t>
            </a:r>
            <a:r>
              <a:rPr lang="en-US" altLang="ko-KR"/>
              <a:t>&amp;</a:t>
            </a:r>
            <a:r>
              <a:rPr lang="ko-KR" altLang="en-US"/>
              <a:t>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커피 아이스 메뉴 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27</a:t>
            </a:r>
            <a:endParaRPr lang="en-US" altLang="ko-KR"/>
          </a:p>
        </p:txBody>
      </p:sp>
      <p:pic>
        <p:nvPicPr>
          <p:cNvPr id="11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669846"/>
            <a:ext cx="5141221" cy="4965691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96000" y="1669846"/>
            <a:ext cx="4199948" cy="4965691"/>
          </a:xfrm>
          <a:prstGeom prst="rect">
            <a:avLst/>
          </a:prstGeom>
        </p:spPr>
      </p:pic>
      <p:sp>
        <p:nvSpPr>
          <p:cNvPr id="14" name=""/>
          <p:cNvSpPr/>
          <p:nvPr/>
        </p:nvSpPr>
        <p:spPr>
          <a:xfrm>
            <a:off x="10430738" y="3429000"/>
            <a:ext cx="1623505" cy="1180702"/>
          </a:xfrm>
          <a:prstGeom prst="borderCallout1">
            <a:avLst>
              <a:gd name="adj1" fmla="val 18750"/>
              <a:gd name="adj2" fmla="val -8333"/>
              <a:gd name="adj3" fmla="val 64880"/>
              <a:gd name="adj4" fmla="val -9614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Kiosk Menu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커피 핫 </a:t>
            </a:r>
            <a:r>
              <a:rPr lang="en-US" altLang="ko-KR"/>
              <a:t>&amp;</a:t>
            </a:r>
            <a:r>
              <a:rPr lang="ko-KR" altLang="en-US"/>
              <a:t>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 음료 메뉴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3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28</a:t>
            </a:r>
            <a:endParaRPr lang="en-US" altLang="ko-KR"/>
          </a:p>
        </p:txBody>
      </p:sp>
      <p:pic>
        <p:nvPicPr>
          <p:cNvPr id="12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9599" y="1787685"/>
            <a:ext cx="3694666" cy="4847851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529543" y="1787685"/>
            <a:ext cx="5766405" cy="4847852"/>
          </a:xfrm>
          <a:prstGeom prst="rect">
            <a:avLst/>
          </a:prstGeom>
        </p:spPr>
      </p:pic>
      <p:sp>
        <p:nvSpPr>
          <p:cNvPr id="16" name=""/>
          <p:cNvSpPr/>
          <p:nvPr/>
        </p:nvSpPr>
        <p:spPr>
          <a:xfrm>
            <a:off x="10430738" y="3429000"/>
            <a:ext cx="1623505" cy="1180702"/>
          </a:xfrm>
          <a:prstGeom prst="borderCallout1">
            <a:avLst>
              <a:gd name="adj1" fmla="val 18750"/>
              <a:gd name="adj2" fmla="val -8333"/>
              <a:gd name="adj3" fmla="val 64880"/>
              <a:gd name="adj4" fmla="val -9614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Kiosk Menu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디저트 </a:t>
            </a:r>
            <a:r>
              <a:rPr lang="en-US" altLang="ko-KR"/>
              <a:t>&amp;</a:t>
            </a:r>
            <a:r>
              <a:rPr lang="ko-KR" altLang="en-US"/>
              <a:t>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 장바구니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29</a:t>
            </a:r>
            <a:endParaRPr lang="en-US" altLang="ko-KR"/>
          </a:p>
        </p:txBody>
      </p:sp>
      <p:pic>
        <p:nvPicPr>
          <p:cNvPr id="13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764214"/>
            <a:ext cx="9424047" cy="4871322"/>
          </a:xfrm>
          <a:prstGeom prst="rect">
            <a:avLst/>
          </a:prstGeom>
        </p:spPr>
      </p:pic>
      <p:sp>
        <p:nvSpPr>
          <p:cNvPr id="15" name=""/>
          <p:cNvSpPr/>
          <p:nvPr/>
        </p:nvSpPr>
        <p:spPr>
          <a:xfrm>
            <a:off x="10338009" y="3429000"/>
            <a:ext cx="1623505" cy="1180702"/>
          </a:xfrm>
          <a:prstGeom prst="borderCallout1">
            <a:avLst>
              <a:gd name="adj1" fmla="val 18750"/>
              <a:gd name="adj2" fmla="val -8333"/>
              <a:gd name="adj3" fmla="val 33135"/>
              <a:gd name="adj4" fmla="val -17805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Kiosk Menu</a:t>
            </a:r>
            <a:endParaRPr lang="en-US" altLang="ko-KR"/>
          </a:p>
          <a:p>
            <a:pPr algn="ctr">
              <a:defRPr/>
            </a:pPr>
            <a:r>
              <a:rPr lang="en-US" altLang="ko-KR"/>
              <a:t>extra order</a:t>
            </a:r>
            <a:r>
              <a:rPr lang="ko-KR" altLang="en-US"/>
              <a:t> 추가 선택 메뉴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30</a:t>
            </a:r>
            <a:endParaRPr lang="en-US" altLang="ko-KR"/>
          </a:p>
        </p:txBody>
      </p:sp>
      <p:pic>
        <p:nvPicPr>
          <p:cNvPr id="14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1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818216"/>
            <a:ext cx="9404629" cy="4739639"/>
          </a:xfrm>
          <a:prstGeom prst="rect">
            <a:avLst/>
          </a:prstGeom>
        </p:spPr>
      </p:pic>
      <p:sp>
        <p:nvSpPr>
          <p:cNvPr id="16" name=""/>
          <p:cNvSpPr/>
          <p:nvPr/>
        </p:nvSpPr>
        <p:spPr>
          <a:xfrm>
            <a:off x="10338009" y="3429000"/>
            <a:ext cx="1623505" cy="1180702"/>
          </a:xfrm>
          <a:prstGeom prst="borderCallout1">
            <a:avLst>
              <a:gd name="adj1" fmla="val 18750"/>
              <a:gd name="adj2" fmla="val -8333"/>
              <a:gd name="adj3" fmla="val 33135"/>
              <a:gd name="adj4" fmla="val -17805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Kiosk Menu</a:t>
            </a:r>
            <a:endParaRPr lang="en-US" altLang="ko-KR"/>
          </a:p>
          <a:p>
            <a:pPr algn="ctr">
              <a:defRPr/>
            </a:pPr>
            <a:r>
              <a:rPr lang="en-US" altLang="ko-KR"/>
              <a:t>extra order</a:t>
            </a:r>
            <a:r>
              <a:rPr lang="ko-KR" altLang="en-US"/>
              <a:t> 추가 선택 메뉴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31</a:t>
            </a:r>
            <a:endParaRPr lang="en-US" altLang="ko-KR"/>
          </a:p>
        </p:txBody>
      </p:sp>
      <p:pic>
        <p:nvPicPr>
          <p:cNvPr id="15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16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814390"/>
            <a:ext cx="9412441" cy="4821147"/>
          </a:xfrm>
          <a:prstGeom prst="rect">
            <a:avLst/>
          </a:prstGeom>
        </p:spPr>
      </p:pic>
      <p:sp>
        <p:nvSpPr>
          <p:cNvPr id="18" name=""/>
          <p:cNvSpPr/>
          <p:nvPr/>
        </p:nvSpPr>
        <p:spPr>
          <a:xfrm>
            <a:off x="10338009" y="3429000"/>
            <a:ext cx="1623505" cy="1180702"/>
          </a:xfrm>
          <a:prstGeom prst="borderCallout1">
            <a:avLst>
              <a:gd name="adj1" fmla="val 18750"/>
              <a:gd name="adj2" fmla="val -8333"/>
              <a:gd name="adj3" fmla="val 33135"/>
              <a:gd name="adj4" fmla="val -17805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Kiosk Menu</a:t>
            </a:r>
            <a:endParaRPr lang="en-US" altLang="ko-KR"/>
          </a:p>
          <a:p>
            <a:pPr algn="ctr">
              <a:defRPr/>
            </a:pPr>
            <a:r>
              <a:rPr lang="en-US" altLang="ko-KR"/>
              <a:t>extra order</a:t>
            </a:r>
            <a:r>
              <a:rPr lang="ko-KR" altLang="en-US"/>
              <a:t> 추가 선택 메뉴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32</a:t>
            </a:r>
            <a:endParaRPr lang="en-US" altLang="ko-KR"/>
          </a:p>
        </p:txBody>
      </p:sp>
      <p:pic>
        <p:nvPicPr>
          <p:cNvPr id="16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17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795559"/>
            <a:ext cx="9110006" cy="4839978"/>
          </a:xfrm>
          <a:prstGeom prst="rect">
            <a:avLst/>
          </a:prstGeom>
        </p:spPr>
      </p:pic>
      <p:sp>
        <p:nvSpPr>
          <p:cNvPr id="18" name=""/>
          <p:cNvSpPr/>
          <p:nvPr/>
        </p:nvSpPr>
        <p:spPr>
          <a:xfrm>
            <a:off x="10338010" y="3429000"/>
            <a:ext cx="1716234" cy="1180702"/>
          </a:xfrm>
          <a:prstGeom prst="borderCallout1">
            <a:avLst>
              <a:gd name="adj1" fmla="val 18750"/>
              <a:gd name="adj2" fmla="val -8333"/>
              <a:gd name="adj3" fmla="val 32111"/>
              <a:gd name="adj4" fmla="val -35213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Point signup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포인트 간단가입 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33</a:t>
            </a:r>
            <a:endParaRPr lang="en-US" altLang="ko-KR"/>
          </a:p>
        </p:txBody>
      </p:sp>
      <p:pic>
        <p:nvPicPr>
          <p:cNvPr id="17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928312"/>
            <a:ext cx="9093718" cy="4643705"/>
          </a:xfrm>
          <a:prstGeom prst="rect">
            <a:avLst/>
          </a:prstGeom>
        </p:spPr>
      </p:pic>
      <p:sp>
        <p:nvSpPr>
          <p:cNvPr id="19" name=""/>
          <p:cNvSpPr/>
          <p:nvPr/>
        </p:nvSpPr>
        <p:spPr>
          <a:xfrm>
            <a:off x="10338010" y="3429000"/>
            <a:ext cx="1716234" cy="1180702"/>
          </a:xfrm>
          <a:prstGeom prst="borderCallout1">
            <a:avLst>
              <a:gd name="adj1" fmla="val 18750"/>
              <a:gd name="adj2" fmla="val -8333"/>
              <a:gd name="adj3" fmla="val 32111"/>
              <a:gd name="adj4" fmla="val -35213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Point signup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포인트 간단가입 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34</a:t>
            </a:r>
            <a:endParaRPr lang="en-US" altLang="ko-KR"/>
          </a:p>
        </p:txBody>
      </p:sp>
      <p:pic>
        <p:nvPicPr>
          <p:cNvPr id="18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695332"/>
            <a:ext cx="9215654" cy="5025929"/>
          </a:xfrm>
          <a:prstGeom prst="rect">
            <a:avLst/>
          </a:prstGeom>
        </p:spPr>
      </p:pic>
      <p:sp>
        <p:nvSpPr>
          <p:cNvPr id="20" name=""/>
          <p:cNvSpPr/>
          <p:nvPr/>
        </p:nvSpPr>
        <p:spPr>
          <a:xfrm>
            <a:off x="10338010" y="3429000"/>
            <a:ext cx="1716234" cy="1180702"/>
          </a:xfrm>
          <a:prstGeom prst="borderCallout1">
            <a:avLst>
              <a:gd name="adj1" fmla="val 18750"/>
              <a:gd name="adj2" fmla="val -8333"/>
              <a:gd name="adj3" fmla="val 32111"/>
              <a:gd name="adj4" fmla="val -35213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Point Number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포인트 넘버입력 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35</a:t>
            </a:r>
            <a:endParaRPr lang="en-US" altLang="ko-KR"/>
          </a:p>
        </p:txBody>
      </p:sp>
      <p:pic>
        <p:nvPicPr>
          <p:cNvPr id="19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20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754381"/>
            <a:ext cx="4766990" cy="4881154"/>
          </a:xfrm>
          <a:prstGeom prst="rect">
            <a:avLst/>
          </a:prstGeom>
        </p:spPr>
      </p:pic>
      <p:pic>
        <p:nvPicPr>
          <p:cNvPr id="21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38812" y="1767971"/>
            <a:ext cx="4669059" cy="4867565"/>
          </a:xfrm>
          <a:prstGeom prst="rect">
            <a:avLst/>
          </a:prstGeom>
        </p:spPr>
      </p:pic>
      <p:sp>
        <p:nvSpPr>
          <p:cNvPr id="22" name=""/>
          <p:cNvSpPr/>
          <p:nvPr/>
        </p:nvSpPr>
        <p:spPr>
          <a:xfrm>
            <a:off x="10469428" y="3457575"/>
            <a:ext cx="1646372" cy="1180702"/>
          </a:xfrm>
          <a:prstGeom prst="borderCallout1">
            <a:avLst>
              <a:gd name="adj1" fmla="val 18750"/>
              <a:gd name="adj2" fmla="val -8333"/>
              <a:gd name="adj3" fmla="val 58222"/>
              <a:gd name="adj4" fmla="val -8589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Point Number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포인트 넘버입력 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36</a:t>
            </a:r>
            <a:endParaRPr lang="en-US" altLang="ko-KR"/>
          </a:p>
        </p:txBody>
      </p:sp>
      <p:pic>
        <p:nvPicPr>
          <p:cNvPr id="20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21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883347"/>
            <a:ext cx="8902666" cy="4752189"/>
          </a:xfrm>
          <a:prstGeom prst="rect">
            <a:avLst/>
          </a:prstGeom>
        </p:spPr>
      </p:pic>
      <p:sp>
        <p:nvSpPr>
          <p:cNvPr id="23" name=""/>
          <p:cNvSpPr/>
          <p:nvPr/>
        </p:nvSpPr>
        <p:spPr>
          <a:xfrm>
            <a:off x="10315142" y="3429000"/>
            <a:ext cx="1646372" cy="1180702"/>
          </a:xfrm>
          <a:prstGeom prst="borderCallout1">
            <a:avLst>
              <a:gd name="adj1" fmla="val 18750"/>
              <a:gd name="adj2" fmla="val -8333"/>
              <a:gd name="adj3" fmla="val 23405"/>
              <a:gd name="adj4" fmla="val -46988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Pay Screen</a:t>
            </a:r>
            <a:r>
              <a:rPr lang="ko-KR" altLang="en-US"/>
              <a:t>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카드 결제 화면 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37</a:t>
            </a:r>
            <a:endParaRPr lang="en-US" altLang="ko-KR"/>
          </a:p>
        </p:txBody>
      </p:sp>
      <p:pic>
        <p:nvPicPr>
          <p:cNvPr id="21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22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823813"/>
            <a:ext cx="9242514" cy="4826817"/>
          </a:xfrm>
          <a:prstGeom prst="rect">
            <a:avLst/>
          </a:prstGeom>
        </p:spPr>
      </p:pic>
      <p:sp>
        <p:nvSpPr>
          <p:cNvPr id="23" name=""/>
          <p:cNvSpPr/>
          <p:nvPr/>
        </p:nvSpPr>
        <p:spPr>
          <a:xfrm>
            <a:off x="10315142" y="3429000"/>
            <a:ext cx="1646372" cy="1180702"/>
          </a:xfrm>
          <a:prstGeom prst="borderCallout1">
            <a:avLst>
              <a:gd name="adj1" fmla="val 18750"/>
              <a:gd name="adj2" fmla="val -8333"/>
              <a:gd name="adj3" fmla="val 26477"/>
              <a:gd name="adj4" fmla="val -28555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Pay Screen</a:t>
            </a:r>
            <a:r>
              <a:rPr lang="ko-KR" altLang="en-US"/>
              <a:t>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카드 결제 화면 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38</a:t>
            </a:r>
            <a:endParaRPr lang="en-US" altLang="ko-KR"/>
          </a:p>
        </p:txBody>
      </p:sp>
      <p:pic>
        <p:nvPicPr>
          <p:cNvPr id="22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23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760910"/>
            <a:ext cx="9154803" cy="4739795"/>
          </a:xfrm>
          <a:prstGeom prst="rect">
            <a:avLst/>
          </a:prstGeom>
        </p:spPr>
      </p:pic>
      <p:sp>
        <p:nvSpPr>
          <p:cNvPr id="24" name=""/>
          <p:cNvSpPr/>
          <p:nvPr/>
        </p:nvSpPr>
        <p:spPr>
          <a:xfrm>
            <a:off x="10315142" y="3429000"/>
            <a:ext cx="1646372" cy="1180702"/>
          </a:xfrm>
          <a:prstGeom prst="borderCallout1">
            <a:avLst>
              <a:gd name="adj1" fmla="val 18750"/>
              <a:gd name="adj2" fmla="val -8333"/>
              <a:gd name="adj3" fmla="val 26477"/>
              <a:gd name="adj4" fmla="val -28555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Receipt</a:t>
            </a:r>
            <a:r>
              <a:rPr lang="ko-KR" altLang="en-US"/>
              <a:t> 영수증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영수증 결제내역 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39</a:t>
            </a:r>
            <a:endParaRPr lang="en-US" altLang="ko-KR"/>
          </a:p>
        </p:txBody>
      </p:sp>
      <p:pic>
        <p:nvPicPr>
          <p:cNvPr id="23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751465"/>
            <a:ext cx="9242584" cy="4525006"/>
          </a:xfrm>
          <a:prstGeom prst="rect">
            <a:avLst/>
          </a:prstGeom>
        </p:spPr>
      </p:pic>
      <p:sp>
        <p:nvSpPr>
          <p:cNvPr id="25" name=""/>
          <p:cNvSpPr/>
          <p:nvPr/>
        </p:nvSpPr>
        <p:spPr>
          <a:xfrm>
            <a:off x="10315142" y="3429000"/>
            <a:ext cx="1646372" cy="1180702"/>
          </a:xfrm>
          <a:prstGeom prst="borderCallout1">
            <a:avLst>
              <a:gd name="adj1" fmla="val 18750"/>
              <a:gd name="adj2" fmla="val -8333"/>
              <a:gd name="adj3" fmla="val 26477"/>
              <a:gd name="adj4" fmla="val -28555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Point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결제시 포인트 적립 넘버 관련 영역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Html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1725314" y="6453080"/>
            <a:ext cx="472401" cy="3649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40</a:t>
            </a:r>
            <a:endParaRPr lang="en-US" altLang="ko-KR"/>
          </a:p>
        </p:txBody>
      </p:sp>
      <p:pic>
        <p:nvPicPr>
          <p:cNvPr id="24" name="">
            <a:hlinkClick r:id="rId3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pic>
        <p:nvPicPr>
          <p:cNvPr id="2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599" y="1805687"/>
            <a:ext cx="9213410" cy="4829849"/>
          </a:xfrm>
          <a:prstGeom prst="rect">
            <a:avLst/>
          </a:prstGeom>
        </p:spPr>
      </p:pic>
      <p:sp>
        <p:nvSpPr>
          <p:cNvPr id="26" name=""/>
          <p:cNvSpPr/>
          <p:nvPr/>
        </p:nvSpPr>
        <p:spPr>
          <a:xfrm>
            <a:off x="10315142" y="3429000"/>
            <a:ext cx="1646372" cy="1180702"/>
          </a:xfrm>
          <a:prstGeom prst="borderCallout1">
            <a:avLst>
              <a:gd name="adj1" fmla="val 18750"/>
              <a:gd name="adj2" fmla="val -8333"/>
              <a:gd name="adj3" fmla="val 26477"/>
              <a:gd name="adj4" fmla="val -28555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Point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결제후 포인트 적립 관련 영역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Css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295948" y="3429000"/>
            <a:ext cx="1896052" cy="6934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2000"/>
              <a:t>menu </a:t>
            </a:r>
            <a:r>
              <a:rPr lang="ko-KR" altLang="en-US" sz="2000"/>
              <a:t>메뉴 관련 영역</a:t>
            </a:r>
            <a:endParaRPr lang="ko-KR" altLang="en-US" sz="2000"/>
          </a:p>
        </p:txBody>
      </p:sp>
      <p:pic>
        <p:nvPicPr>
          <p:cNvPr id="2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4593" y="1799934"/>
            <a:ext cx="4363049" cy="4849707"/>
          </a:xfrm>
          <a:prstGeom prst="rect">
            <a:avLst/>
          </a:prstGeom>
        </p:spPr>
      </p:pic>
      <p:pic>
        <p:nvPicPr>
          <p:cNvPr id="2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570960" y="1799934"/>
            <a:ext cx="4286362" cy="4849707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41</a:t>
            </a:r>
            <a:endParaRPr lang="en-US" altLang="ko-KR"/>
          </a:p>
        </p:txBody>
      </p:sp>
      <p:pic>
        <p:nvPicPr>
          <p:cNvPr id="28" name="">
            <a:hlinkClick r:id="rId5"/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Css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295948" y="3429000"/>
            <a:ext cx="1896052" cy="6934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관련 영역</a:t>
            </a:r>
            <a:endParaRPr lang="ko-KR" altLang="en-US" sz="2000"/>
          </a:p>
        </p:txBody>
      </p:sp>
      <p:pic>
        <p:nvPicPr>
          <p:cNvPr id="2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740178"/>
            <a:ext cx="9216576" cy="4943078"/>
          </a:xfrm>
          <a:prstGeom prst="rect">
            <a:avLst/>
          </a:prstGeom>
        </p:spPr>
      </p:pic>
      <p:sp>
        <p:nvSpPr>
          <p:cNvPr id="28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42</a:t>
            </a:r>
            <a:endParaRPr lang="en-US" altLang="ko-KR"/>
          </a:p>
        </p:txBody>
      </p:sp>
      <p:pic>
        <p:nvPicPr>
          <p:cNvPr id="29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Css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295948" y="3429000"/>
            <a:ext cx="1896052" cy="6934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관련 영역</a:t>
            </a:r>
            <a:endParaRPr lang="ko-KR" altLang="en-US" sz="2000"/>
          </a:p>
        </p:txBody>
      </p:sp>
      <p:pic>
        <p:nvPicPr>
          <p:cNvPr id="2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794416"/>
            <a:ext cx="9279719" cy="4914757"/>
          </a:xfrm>
          <a:prstGeom prst="rect">
            <a:avLst/>
          </a:prstGeom>
        </p:spPr>
      </p:pic>
      <p:sp>
        <p:nvSpPr>
          <p:cNvPr id="29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43</a:t>
            </a:r>
            <a:endParaRPr lang="en-US" altLang="ko-KR"/>
          </a:p>
        </p:txBody>
      </p:sp>
      <p:pic>
        <p:nvPicPr>
          <p:cNvPr id="30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Css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295948" y="3429000"/>
            <a:ext cx="1896052" cy="6934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관련 영역</a:t>
            </a:r>
            <a:endParaRPr lang="ko-KR" altLang="en-US" sz="2000"/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3393" y="1751553"/>
            <a:ext cx="9812555" cy="4741733"/>
          </a:xfrm>
          <a:prstGeom prst="rect">
            <a:avLst/>
          </a:prstGeom>
        </p:spPr>
      </p:pic>
      <p:sp>
        <p:nvSpPr>
          <p:cNvPr id="30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44</a:t>
            </a:r>
            <a:endParaRPr lang="en-US" altLang="ko-KR"/>
          </a:p>
        </p:txBody>
      </p:sp>
      <p:pic>
        <p:nvPicPr>
          <p:cNvPr id="31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Css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295948" y="3429000"/>
            <a:ext cx="1896052" cy="6934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관련 영역</a:t>
            </a:r>
            <a:endParaRPr lang="ko-KR" altLang="en-US" sz="2000"/>
          </a:p>
        </p:txBody>
      </p:sp>
      <p:pic>
        <p:nvPicPr>
          <p:cNvPr id="3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705791"/>
            <a:ext cx="9686349" cy="5051540"/>
          </a:xfrm>
          <a:prstGeom prst="rect">
            <a:avLst/>
          </a:prstGeom>
        </p:spPr>
      </p:pic>
      <p:sp>
        <p:nvSpPr>
          <p:cNvPr id="31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45</a:t>
            </a:r>
            <a:endParaRPr lang="en-US" altLang="ko-KR"/>
          </a:p>
        </p:txBody>
      </p:sp>
      <p:pic>
        <p:nvPicPr>
          <p:cNvPr id="32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Css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295948" y="3429000"/>
            <a:ext cx="1896052" cy="6934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관련 영역</a:t>
            </a:r>
            <a:endParaRPr lang="ko-KR" altLang="en-US" sz="2000"/>
          </a:p>
        </p:txBody>
      </p:sp>
      <p:pic>
        <p:nvPicPr>
          <p:cNvPr id="3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965469"/>
            <a:ext cx="9424591" cy="4642792"/>
          </a:xfrm>
          <a:prstGeom prst="rect">
            <a:avLst/>
          </a:prstGeom>
        </p:spPr>
      </p:pic>
      <p:sp>
        <p:nvSpPr>
          <p:cNvPr id="32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46</a:t>
            </a:r>
            <a:endParaRPr lang="en-US" altLang="ko-KR"/>
          </a:p>
        </p:txBody>
      </p:sp>
      <p:pic>
        <p:nvPicPr>
          <p:cNvPr id="33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Script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295948" y="3429000"/>
            <a:ext cx="1896052" cy="9982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2000"/>
              <a:t>json</a:t>
            </a:r>
            <a:r>
              <a:rPr lang="ko-KR" altLang="en-US" sz="2000"/>
              <a:t>을 이용한 인트로 페이지 관련 영역</a:t>
            </a:r>
            <a:endParaRPr lang="ko-KR" altLang="en-US" sz="2000"/>
          </a:p>
        </p:txBody>
      </p:sp>
      <p:pic>
        <p:nvPicPr>
          <p:cNvPr id="3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913413"/>
            <a:ext cx="9444434" cy="4735512"/>
          </a:xfrm>
          <a:prstGeom prst="rect">
            <a:avLst/>
          </a:prstGeom>
        </p:spPr>
      </p:pic>
      <p:sp>
        <p:nvSpPr>
          <p:cNvPr id="33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47</a:t>
            </a:r>
            <a:endParaRPr lang="en-US" altLang="ko-KR"/>
          </a:p>
        </p:txBody>
      </p:sp>
      <p:pic>
        <p:nvPicPr>
          <p:cNvPr id="34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Script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127276" y="3429000"/>
            <a:ext cx="2064725" cy="16078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합계 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관련 영역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장바구니 화면에 해당 메뉴가 담기게 하는 영역</a:t>
            </a:r>
            <a:endParaRPr lang="ko-KR" altLang="en-US" sz="2000"/>
          </a:p>
        </p:txBody>
      </p:sp>
      <p:pic>
        <p:nvPicPr>
          <p:cNvPr id="3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893888"/>
            <a:ext cx="9325770" cy="4717256"/>
          </a:xfrm>
          <a:prstGeom prst="rect">
            <a:avLst/>
          </a:prstGeom>
        </p:spPr>
      </p:pic>
      <p:sp>
        <p:nvSpPr>
          <p:cNvPr id="34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48</a:t>
            </a:r>
            <a:endParaRPr lang="en-US" altLang="ko-KR"/>
          </a:p>
        </p:txBody>
      </p:sp>
      <p:pic>
        <p:nvPicPr>
          <p:cNvPr id="35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Script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127276" y="3429000"/>
            <a:ext cx="2064725" cy="16078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합계 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관련 영역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결제화면 영수증 화면에 메뉴명과 메뉴가격이 담김</a:t>
            </a:r>
            <a:endParaRPr lang="ko-KR" altLang="en-US" sz="2000"/>
          </a:p>
        </p:txBody>
      </p:sp>
      <p:pic>
        <p:nvPicPr>
          <p:cNvPr id="3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684972"/>
            <a:ext cx="9210099" cy="5095875"/>
          </a:xfrm>
          <a:prstGeom prst="rect">
            <a:avLst/>
          </a:prstGeom>
        </p:spPr>
      </p:pic>
      <p:sp>
        <p:nvSpPr>
          <p:cNvPr id="35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49</a:t>
            </a:r>
            <a:endParaRPr lang="en-US" altLang="ko-KR"/>
          </a:p>
        </p:txBody>
      </p:sp>
      <p:pic>
        <p:nvPicPr>
          <p:cNvPr id="36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Script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127276" y="3429000"/>
            <a:ext cx="2064725" cy="16078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합계 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관련 영역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장바구니 메뉴 수량 연산 </a:t>
            </a:r>
            <a:r>
              <a:rPr lang="en-US" altLang="ko-KR" sz="2000"/>
              <a:t>,</a:t>
            </a:r>
            <a:r>
              <a:rPr lang="ko-KR" altLang="en-US" sz="2000"/>
              <a:t> 제거 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관련 영역</a:t>
            </a:r>
            <a:endParaRPr lang="ko-KR" altLang="en-US" sz="2000"/>
          </a:p>
        </p:txBody>
      </p:sp>
      <p:pic>
        <p:nvPicPr>
          <p:cNvPr id="3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726844"/>
            <a:ext cx="9193610" cy="5017646"/>
          </a:xfrm>
          <a:prstGeom prst="rect">
            <a:avLst/>
          </a:prstGeom>
        </p:spPr>
      </p:pic>
      <p:sp>
        <p:nvSpPr>
          <p:cNvPr id="36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50</a:t>
            </a:r>
            <a:endParaRPr lang="en-US" altLang="ko-KR"/>
          </a:p>
        </p:txBody>
      </p:sp>
      <p:pic>
        <p:nvPicPr>
          <p:cNvPr id="37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Script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127276" y="3429000"/>
            <a:ext cx="2064725" cy="16078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합계 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관련 영역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메뉴 클릭시 장바구니에 해당 메뉴가 담김</a:t>
            </a:r>
            <a:endParaRPr lang="ko-KR" altLang="en-US" sz="2000"/>
          </a:p>
        </p:txBody>
      </p:sp>
      <p:pic>
        <p:nvPicPr>
          <p:cNvPr id="3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752789"/>
            <a:ext cx="9307116" cy="4960241"/>
          </a:xfrm>
          <a:prstGeom prst="rect">
            <a:avLst/>
          </a:prstGeom>
        </p:spPr>
      </p:pic>
      <p:sp>
        <p:nvSpPr>
          <p:cNvPr id="37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51</a:t>
            </a:r>
            <a:endParaRPr lang="en-US" altLang="ko-KR"/>
          </a:p>
        </p:txBody>
      </p:sp>
      <p:pic>
        <p:nvPicPr>
          <p:cNvPr id="38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Script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127276" y="3429000"/>
            <a:ext cx="2064725" cy="16078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합계 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관련 영역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메뉴 클릭시 장바구니에 해당 메뉴가 담김</a:t>
            </a:r>
            <a:endParaRPr lang="ko-KR" altLang="en-US" sz="2000"/>
          </a:p>
        </p:txBody>
      </p:sp>
      <p:pic>
        <p:nvPicPr>
          <p:cNvPr id="3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772483"/>
            <a:ext cx="9357518" cy="4920854"/>
          </a:xfrm>
          <a:prstGeom prst="rect">
            <a:avLst/>
          </a:prstGeom>
        </p:spPr>
      </p:pic>
      <p:sp>
        <p:nvSpPr>
          <p:cNvPr id="38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52</a:t>
            </a:r>
            <a:endParaRPr lang="en-US" altLang="ko-KR"/>
          </a:p>
        </p:txBody>
      </p:sp>
      <p:pic>
        <p:nvPicPr>
          <p:cNvPr id="39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Script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127276" y="3429000"/>
            <a:ext cx="2064725" cy="16078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/>
              <a:t>장바구니 합계 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관련 영역</a:t>
            </a:r>
            <a:endParaRPr lang="ko-KR" altLang="en-US" sz="2000"/>
          </a:p>
          <a:p>
            <a:pPr>
              <a:defRPr/>
            </a:pPr>
            <a:r>
              <a:rPr lang="en-US" altLang="ko-KR" sz="2000"/>
              <a:t>button </a:t>
            </a:r>
            <a:r>
              <a:rPr lang="ko-KR" altLang="en-US" sz="2000"/>
              <a:t>클릭시 메뉴 수량 연산 관련 영역</a:t>
            </a:r>
            <a:endParaRPr lang="ko-KR" altLang="en-US" sz="2000"/>
          </a:p>
        </p:txBody>
      </p:sp>
      <p:pic>
        <p:nvPicPr>
          <p:cNvPr id="3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723768"/>
            <a:ext cx="9309100" cy="5018283"/>
          </a:xfrm>
          <a:prstGeom prst="rect">
            <a:avLst/>
          </a:prstGeom>
        </p:spPr>
      </p:pic>
      <p:sp>
        <p:nvSpPr>
          <p:cNvPr id="39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53</a:t>
            </a:r>
            <a:endParaRPr lang="en-US" altLang="ko-KR"/>
          </a:p>
        </p:txBody>
      </p:sp>
      <p:pic>
        <p:nvPicPr>
          <p:cNvPr id="40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8000">
                <a:latin typeface="HY바다M"/>
                <a:ea typeface="HY바다M"/>
              </a:rPr>
              <a:t>Code</a:t>
            </a:r>
            <a:endParaRPr lang="en-US" altLang="ko-KR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000" indent="-444000">
              <a:buBlip>
                <a:blip r:embed="rId2"/>
              </a:buBlip>
              <a:defRPr/>
            </a:pPr>
            <a:r>
              <a:rPr lang="en-US" altLang="ko-KR" sz="3000">
                <a:latin typeface="한컴 윤고딕 230"/>
              </a:rPr>
              <a:t>Script Code</a:t>
            </a:r>
            <a:endParaRPr lang="en-US" altLang="ko-KR" sz="3000">
              <a:latin typeface="한컴 윤고딕 230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0127276" y="3429000"/>
            <a:ext cx="2064725" cy="1303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2000"/>
              <a:t>Point Number Keypad </a:t>
            </a:r>
            <a:endParaRPr lang="en-US" altLang="ko-KR" sz="2000"/>
          </a:p>
          <a:p>
            <a:pPr>
              <a:defRPr/>
            </a:pPr>
            <a:r>
              <a:rPr lang="ko-KR" altLang="en-US" sz="2000"/>
              <a:t>포인트 넘버키패드 관련 영역</a:t>
            </a:r>
            <a:endParaRPr lang="ko-KR" altLang="en-US" sz="2000"/>
          </a:p>
        </p:txBody>
      </p:sp>
      <p:pic>
        <p:nvPicPr>
          <p:cNvPr id="3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599" y="1675447"/>
            <a:ext cx="9416256" cy="5114925"/>
          </a:xfrm>
          <a:prstGeom prst="rect">
            <a:avLst/>
          </a:prstGeom>
        </p:spPr>
      </p:pic>
      <p:sp>
        <p:nvSpPr>
          <p:cNvPr id="40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54</a:t>
            </a:r>
            <a:endParaRPr lang="en-US" altLang="ko-KR"/>
          </a:p>
        </p:txBody>
      </p:sp>
      <p:pic>
        <p:nvPicPr>
          <p:cNvPr id="41" name="">
            <a:hlinkClick r:id="rId4"/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582398" y="5971710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38077"/>
            <a:ext cx="10972799" cy="868346"/>
          </a:xfrm>
        </p:spPr>
        <p:txBody>
          <a:bodyPr/>
          <a:lstStyle/>
          <a:p>
            <a:pPr>
              <a:defRPr/>
            </a:pPr>
            <a:r>
              <a:rPr lang="ko-KR" altLang="en-US" sz="8000">
                <a:latin typeface="HY바다M"/>
                <a:ea typeface="HY바다M"/>
              </a:rPr>
              <a:t>후기</a:t>
            </a:r>
            <a:endParaRPr lang="ko-KR" altLang="en-US" sz="8000">
              <a:latin typeface="HY바다M"/>
              <a:ea typeface="HY바다M"/>
            </a:endParaRPr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ko-KR" altLang="en-US">
                <a:latin typeface="한컴 윤고딕 230"/>
                <a:ea typeface="한컴 윤고딕 230"/>
              </a:rPr>
              <a:t>프로젝트를 접하면서 소비자 위주의 소비자 편의성을 생각하며 인터페이스를 구성하는데 있어서 어떠한 방식으로 가야하는지 어려움이 많았다</a:t>
            </a:r>
            <a:r>
              <a:rPr lang="en-US" altLang="ko-KR">
                <a:latin typeface="한컴 윤고딕 230"/>
                <a:ea typeface="한컴 윤고딕 230"/>
              </a:rPr>
              <a:t>.</a:t>
            </a:r>
            <a:endParaRPr lang="en-US" altLang="ko-KR">
              <a:latin typeface="한컴 윤고딕 230"/>
              <a:ea typeface="한컴 윤고딕 230"/>
            </a:endParaRPr>
          </a:p>
          <a:p>
            <a:pPr marL="0" indent="0">
              <a:buNone/>
              <a:defRPr/>
            </a:pPr>
            <a:endParaRPr lang="ko-KR" altLang="en-US">
              <a:latin typeface="한컴 윤고딕 230"/>
              <a:ea typeface="한컴 윤고딕 230"/>
            </a:endParaRPr>
          </a:p>
          <a:p>
            <a:pPr marL="0" indent="0">
              <a:buNone/>
              <a:defRPr/>
            </a:pPr>
            <a:r>
              <a:rPr lang="ko-KR" altLang="en-US">
                <a:latin typeface="한컴 윤고딕 230"/>
                <a:ea typeface="한컴 윤고딕 230"/>
              </a:rPr>
              <a:t>인터페이스 구성부터 기능 로직의 구성까지 많은 고민을 하여 디자인하고 설계를 하였지만 작업을 하면서 수정이 필요한 부분이 많았다</a:t>
            </a:r>
            <a:r>
              <a:rPr lang="en-US" altLang="ko-KR">
                <a:latin typeface="한컴 윤고딕 230"/>
                <a:ea typeface="한컴 윤고딕 230"/>
              </a:rPr>
              <a:t>.</a:t>
            </a:r>
            <a:endParaRPr lang="en-US" altLang="ko-KR">
              <a:latin typeface="한컴 윤고딕 230"/>
              <a:ea typeface="한컴 윤고딕 230"/>
            </a:endParaRPr>
          </a:p>
          <a:p>
            <a:pPr marL="0" indent="0">
              <a:buNone/>
              <a:defRPr/>
            </a:pPr>
            <a:endParaRPr lang="en-US" altLang="ko-KR">
              <a:latin typeface="한컴 윤고딕 230"/>
              <a:ea typeface="한컴 윤고딕 230"/>
            </a:endParaRPr>
          </a:p>
          <a:p>
            <a:pPr marL="0" indent="0">
              <a:buNone/>
              <a:defRPr/>
            </a:pPr>
            <a:r>
              <a:rPr lang="ko-KR" altLang="en-US">
                <a:latin typeface="한컴 윤고딕 230"/>
                <a:ea typeface="한컴 윤고딕 230"/>
              </a:rPr>
              <a:t>프로젝트를 진행하면서 각각의 프로젝트 특징마다 소비자의 사용성 편의성을 고려한 디자인 인터페이스의 중요성을 알게 되었다</a:t>
            </a:r>
            <a:r>
              <a:rPr lang="en-US" altLang="ko-KR">
                <a:latin typeface="한컴 윤고딕 230"/>
                <a:ea typeface="한컴 윤고딕 230"/>
              </a:rPr>
              <a:t>.</a:t>
            </a:r>
            <a:endParaRPr lang="en-US" altLang="ko-KR">
              <a:latin typeface="한컴 윤고딕 230"/>
              <a:ea typeface="한컴 윤고딕 230"/>
            </a:endParaRPr>
          </a:p>
          <a:p>
            <a:pPr marL="0" indent="0">
              <a:buNone/>
              <a:defRPr/>
            </a:pPr>
            <a:endParaRPr lang="en-US" altLang="ko-KR">
              <a:latin typeface="한컴 윤고딕 230"/>
              <a:ea typeface="한컴 윤고딕 230"/>
            </a:endParaRPr>
          </a:p>
          <a:p>
            <a:pPr marL="0" indent="0">
              <a:buNone/>
              <a:defRPr/>
            </a:pPr>
            <a:r>
              <a:rPr lang="ko-KR" altLang="en-US">
                <a:latin typeface="한컴 윤고딕 230"/>
                <a:ea typeface="한컴 윤고딕 230"/>
              </a:rPr>
              <a:t>기술구현에 있어 작업도중 여러 문제로 인하여 어려움을 겪으면서</a:t>
            </a:r>
            <a:endParaRPr lang="ko-KR" altLang="en-US">
              <a:latin typeface="한컴 윤고딕 230"/>
              <a:ea typeface="한컴 윤고딕 230"/>
            </a:endParaRPr>
          </a:p>
          <a:p>
            <a:pPr marL="0" indent="0">
              <a:buNone/>
              <a:defRPr/>
            </a:pPr>
            <a:r>
              <a:rPr lang="ko-KR" altLang="en-US">
                <a:latin typeface="한컴 윤고딕 230"/>
                <a:ea typeface="한컴 윤고딕 230"/>
              </a:rPr>
              <a:t>로직을 분석 하는데 있어 좀더 알기 쉽게 보기 편하거나 분석 하기 쉽게 구현을 해야 겠다고 생각을 하게 되었다</a:t>
            </a:r>
            <a:r>
              <a:rPr lang="en-US" altLang="ko-KR">
                <a:latin typeface="한컴 윤고딕 230"/>
                <a:ea typeface="한컴 윤고딕 230"/>
              </a:rPr>
              <a:t>.</a:t>
            </a:r>
            <a:endParaRPr lang="en-US" altLang="ko-KR">
              <a:latin typeface="한컴 윤고딕 230"/>
              <a:ea typeface="한컴 윤고딕 230"/>
            </a:endParaRPr>
          </a:p>
        </p:txBody>
      </p:sp>
      <p:pic>
        <p:nvPicPr>
          <p:cNvPr id="4" name="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582398" y="5905035"/>
            <a:ext cx="471845" cy="47184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  <p:sp>
        <p:nvSpPr>
          <p:cNvPr id="5" name=""/>
          <p:cNvSpPr txBox="1"/>
          <p:nvPr/>
        </p:nvSpPr>
        <p:spPr>
          <a:xfrm>
            <a:off x="11725314" y="6453080"/>
            <a:ext cx="472401" cy="364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55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물방울">
  <a:themeElements>
    <a:clrScheme name="물방울">
      <a:dk1>
        <a:srgbClr val="333333"/>
      </a:dk1>
      <a:lt1>
        <a:srgbClr val="ffffff"/>
      </a:lt1>
      <a:dk2>
        <a:srgbClr val="24aa7e"/>
      </a:dk2>
      <a:lt2>
        <a:srgbClr val="b9d6db"/>
      </a:lt2>
      <a:accent1>
        <a:srgbClr val="2e6774"/>
      </a:accent1>
      <a:accent2>
        <a:srgbClr val="00825a"/>
      </a:accent2>
      <a:accent3>
        <a:srgbClr val="31255d"/>
      </a:accent3>
      <a:accent4>
        <a:srgbClr val="49711e"/>
      </a:accent4>
      <a:accent5>
        <a:srgbClr val="92d050"/>
      </a:accent5>
      <a:accent6>
        <a:srgbClr val="f79646"/>
      </a:accent6>
      <a:hlink>
        <a:srgbClr val="0000ff"/>
      </a:hlink>
      <a:folHlink>
        <a:srgbClr val="800080"/>
      </a:folHlink>
    </a:clrScheme>
    <a:fontScheme name="물방울">
      <a:majorFont>
        <a:latin typeface="Tahoma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한컴 윤고딕 23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물방울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254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100000"/>
                <a:alpha val="100000"/>
                <a:hueMod val="600000"/>
                <a:satMod val="100000"/>
                <a:lumMod val="100000"/>
              </a:schemeClr>
            </a:gs>
            <a:gs pos="50000">
              <a:schemeClr val="phClr">
                <a:tint val="30000"/>
                <a:shade val="80000"/>
                <a:alpha val="100000"/>
                <a:hueMod val="100000"/>
                <a:satMod val="100000"/>
                <a:lumMod val="100000"/>
              </a:schemeClr>
            </a:gs>
            <a:gs pos="100000">
              <a:schemeClr val="phClr">
                <a:tint val="20000"/>
                <a:shade val="100000"/>
                <a:alpha val="100000"/>
                <a:satMod val="200000"/>
                <a:lumMod val="13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473</ep:Words>
  <ep:PresentationFormat>화면 슬라이드 쇼(4:3)</ep:PresentationFormat>
  <ep:Paragraphs>225</ep:Paragraphs>
  <ep:Slides>56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ep:HeadingPairs>
  <ep:TitlesOfParts>
    <vt:vector size="57" baseType="lpstr">
      <vt:lpstr>물방울</vt:lpstr>
      <vt:lpstr>Kiosk</vt:lpstr>
      <vt:lpstr>Index</vt:lpstr>
      <vt:lpstr>스케치</vt:lpstr>
      <vt:lpstr>Persona</vt:lpstr>
      <vt:lpstr>Persona</vt:lpstr>
      <vt:lpstr>Persona</vt:lpstr>
      <vt:lpstr>Persona 니즈 개선안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Kiosk 소개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Code</vt:lpstr>
      <vt:lpstr>후기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2022-11-15T03:31:33.032</dcterms:created>
  <dc:creator>라인컴퓨터</dc:creator>
  <cp:lastModifiedBy>Hjuk</cp:lastModifiedBy>
  <dcterms:modified xsi:type="dcterms:W3CDTF">2022-11-17T15:47:45.507</dcterms:modified>
  <cp:revision>41</cp:revision>
  <dc:title>Kiosk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