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4435" r:id="rId1"/>
  </p:sldMasterIdLst>
  <p:notesMasterIdLst>
    <p:notesMasterId r:id="rId21"/>
  </p:notesMasterIdLst>
  <p:handoutMasterIdLst>
    <p:handoutMasterId r:id="rId22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1" r:id="rId11"/>
    <p:sldId id="272" r:id="rId12"/>
    <p:sldId id="265" r:id="rId13"/>
    <p:sldId id="266" r:id="rId14"/>
    <p:sldId id="273" r:id="rId15"/>
    <p:sldId id="267" r:id="rId16"/>
    <p:sldId id="268" r:id="rId17"/>
    <p:sldId id="274" r:id="rId18"/>
    <p:sldId id="275" r:id="rId19"/>
    <p:sldId id="270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9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ACF4677E-8BD2-47ae-8A1F-98590045965D">
      <hp:hncThemeShow xmlns:hp="http://schemas.haansoft.com/office/presentation/8.0" xmlns:dsp="http://schemas.microsoft.com/office/drawing/2008/diagram" xmlns:dgm="http://schemas.openxmlformats.org/drawingml/2006/diagram" xmlns:c="http://schemas.openxmlformats.org/drawingml/2006/chart" xmlns="" themeShowType="9" themeSkinType="9" themeTransitionType="4112" useThemeTransition="1" byMouseClick="1" attrType="21" dur="2000" useSnd="1" useSndIndex="1" sndIndex="21" r:sndid="rId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napVertSplitter="1">
    <p:restoredLeft sz="12579"/>
    <p:restoredTop sz="90000"/>
  </p:normalViewPr>
  <p:slideViewPr>
    <p:cSldViewPr snapToGrid="0" snapToObjects="1">
      <p:cViewPr varScale="1">
        <p:scale>
          <a:sx n="101" d="100"/>
          <a:sy n="101" d="100"/>
        </p:scale>
        <p:origin x="1116" y="102"/>
      </p:cViewPr>
      <p:guideLst>
        <p:guide orient="horz" pos="2149"/>
        <p:guide pos="3839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10" cy="72010"/>
</p:viewPr>
</file>

<file path=ppt/_rels/presProps.xml.rels><?xml version="1.0" encoding="UTF-8" standalone="yes"?>
<Relationships xmlns="http://schemas.openxmlformats.org/package/2006/relationships"><Relationship Id="rId1" Type="http://schemas.openxmlformats.org/officeDocument/2006/relationships/externalLinkPath" Target="NULL" TargetMode="External"/></Relationships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D8D7A7C4-C82A-4D21-9AB0-F0C5A1D3EF09}" type="datetime1">
              <a:rPr lang="ko-KR" altLang="en-US"/>
              <a:pPr lvl="0">
                <a:defRPr/>
              </a:pPr>
              <a:t>2026-03-06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F450E784-2449-4FFD-AA69-3F5CFAA75BCB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/>
          <a:lstStyle>
            <a:lvl1pPr algn="r">
              <a:defRPr sz="1200"/>
            </a:lvl1pPr>
          </a:lstStyle>
          <a:p>
            <a:pPr lvl="0">
              <a:defRPr/>
            </a:pPr>
            <a:fld id="{E2B2BC9D-A816-4D0A-858B-1D023B3A8ACA}" type="datetime1">
              <a:rPr lang="ko-KR" altLang="en-US"/>
              <a:pPr lvl="0">
                <a:defRPr/>
              </a:pPr>
              <a:t>2026-03-06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>
            <a:noAutofit/>
          </a:bodyPr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 lvl="0">
              <a:defRPr/>
            </a:pPr>
            <a:fld id="{09F4262C-968C-4EE9-8164-CE16364706B3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j-lt"/>
        <a:ea typeface="+mj-ea"/>
        <a:cs typeface="+mj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자유형: 도형 7"/>
          <p:cNvSpPr/>
          <p:nvPr/>
        </p:nvSpPr>
        <p:spPr>
          <a:xfrm>
            <a:off x="-12699" y="3631"/>
            <a:ext cx="1247479" cy="4425873"/>
          </a:xfrm>
          <a:custGeom>
            <a:avLst/>
            <a:gdLst/>
            <a:ahLst/>
            <a:cxnLst>
              <a:cxn ang="0">
                <a:pos x="0" y="0"/>
              </a:cxn>
              <a:cxn ang="0">
                <a:pos x="0" y="708"/>
              </a:cxn>
              <a:cxn ang="0">
                <a:pos x="986" y="7114"/>
              </a:cxn>
              <a:cxn ang="0">
                <a:pos x="1537" y="7266"/>
              </a:cxn>
              <a:cxn ang="0">
                <a:pos x="62" y="0"/>
              </a:cxn>
              <a:cxn ang="0">
                <a:pos x="0" y="0"/>
              </a:cxn>
            </a:cxnLst>
            <a:rect l="0" t="0" r="r" b="b"/>
            <a:pathLst>
              <a:path w="1537" h="7266">
                <a:moveTo>
                  <a:pt x="0" y="0"/>
                </a:moveTo>
                <a:lnTo>
                  <a:pt x="0" y="708"/>
                </a:lnTo>
                <a:lnTo>
                  <a:pt x="986" y="7114"/>
                </a:lnTo>
                <a:lnTo>
                  <a:pt x="1537" y="7266"/>
                </a:lnTo>
                <a:lnTo>
                  <a:pt x="62" y="0"/>
                </a:lnTo>
                <a:lnTo>
                  <a:pt x="0" y="0"/>
                </a:lnTo>
              </a:path>
            </a:pathLst>
          </a:custGeom>
          <a:noFill/>
          <a:ln w="9525">
            <a:noFill/>
            <a:round/>
          </a:ln>
        </p:spPr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9" name="자유형: 도형 8"/>
          <p:cNvSpPr/>
          <p:nvPr/>
        </p:nvSpPr>
        <p:spPr>
          <a:xfrm flipH="1">
            <a:off x="7307082" y="211889"/>
            <a:ext cx="4883131" cy="1609272"/>
          </a:xfrm>
          <a:custGeom>
            <a:avLst/>
            <a:gdLst>
              <a:gd name="connsiteX0" fmla="*/ 0 w 2715"/>
              <a:gd name="connsiteY0" fmla="*/ 0 h 1458"/>
              <a:gd name="connsiteX1" fmla="*/ 0 w 2715"/>
              <a:gd name="connsiteY1" fmla="*/ 1458 h 1458"/>
              <a:gd name="connsiteX2" fmla="*/ 2715 w 2715"/>
              <a:gd name="connsiteY2" fmla="*/ 909 h 1458"/>
              <a:gd name="connsiteX3" fmla="*/ 0 w 2715"/>
              <a:gd name="connsiteY3" fmla="*/ 0 h 14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5" h="1458">
                <a:moveTo>
                  <a:pt x="0" y="0"/>
                </a:moveTo>
                <a:lnTo>
                  <a:pt x="0" y="1458"/>
                </a:lnTo>
                <a:lnTo>
                  <a:pt x="2715" y="909"/>
                </a:lnTo>
                <a:lnTo>
                  <a:pt x="0" y="0"/>
                </a:lnTo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0" name="자유형: 도형 9"/>
          <p:cNvSpPr/>
          <p:nvPr/>
        </p:nvSpPr>
        <p:spPr>
          <a:xfrm flipH="1">
            <a:off x="1176" y="0"/>
            <a:ext cx="12196229" cy="1209811"/>
          </a:xfrm>
          <a:custGeom>
            <a:avLst/>
            <a:gdLst>
              <a:gd name="connsiteX0" fmla="*/ 6774 w 6774"/>
              <a:gd name="connsiteY0" fmla="*/ 0 h 1097"/>
              <a:gd name="connsiteX1" fmla="*/ 0 w 6774"/>
              <a:gd name="connsiteY1" fmla="*/ 0 h 1097"/>
              <a:gd name="connsiteX2" fmla="*/ 0 w 6774"/>
              <a:gd name="connsiteY2" fmla="*/ 194 h 1097"/>
              <a:gd name="connsiteX3" fmla="*/ 2700 w 6774"/>
              <a:gd name="connsiteY3" fmla="*/ 1097 h 1097"/>
              <a:gd name="connsiteX4" fmla="*/ 6774 w 6774"/>
              <a:gd name="connsiteY4" fmla="*/ 282 h 1097"/>
              <a:gd name="connsiteX5" fmla="*/ 6774 w 6774"/>
              <a:gd name="connsiteY5" fmla="*/ 0 h 1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74" h="1097">
                <a:moveTo>
                  <a:pt x="6774" y="0"/>
                </a:moveTo>
                <a:lnTo>
                  <a:pt x="0" y="0"/>
                </a:lnTo>
                <a:lnTo>
                  <a:pt x="0" y="194"/>
                </a:lnTo>
                <a:lnTo>
                  <a:pt x="2700" y="1097"/>
                </a:lnTo>
                <a:lnTo>
                  <a:pt x="6774" y="282"/>
                </a:lnTo>
                <a:lnTo>
                  <a:pt x="6774" y="0"/>
                </a:lnTo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1" name="자유형: 도형 10"/>
          <p:cNvSpPr/>
          <p:nvPr/>
        </p:nvSpPr>
        <p:spPr>
          <a:xfrm>
            <a:off x="0" y="313097"/>
            <a:ext cx="7315199" cy="2039450"/>
          </a:xfrm>
          <a:custGeom>
            <a:avLst/>
            <a:gdLst>
              <a:gd name="connsiteX0" fmla="*/ 5486400 w 5486400"/>
              <a:gd name="connsiteY0" fmla="*/ 1085850 h 2571750"/>
              <a:gd name="connsiteX1" fmla="*/ 0 w 5486400"/>
              <a:gd name="connsiteY1" fmla="*/ 0 h 2571750"/>
              <a:gd name="connsiteX2" fmla="*/ 0 w 5486400"/>
              <a:gd name="connsiteY2" fmla="*/ 95250 h 2571750"/>
              <a:gd name="connsiteX3" fmla="*/ 923925 w 5486400"/>
              <a:gd name="connsiteY3" fmla="*/ 2571750 h 2571750"/>
              <a:gd name="connsiteX4" fmla="*/ 5486400 w 5486400"/>
              <a:gd name="connsiteY4" fmla="*/ 1085850 h 2571750"/>
              <a:gd name="connsiteX0" fmla="*/ 5486400 w 5486400"/>
              <a:gd name="connsiteY0" fmla="*/ 1085850 h 2676075"/>
              <a:gd name="connsiteX1" fmla="*/ 0 w 5486400"/>
              <a:gd name="connsiteY1" fmla="*/ 0 h 2676075"/>
              <a:gd name="connsiteX2" fmla="*/ 0 w 5486400"/>
              <a:gd name="connsiteY2" fmla="*/ 95250 h 2676075"/>
              <a:gd name="connsiteX3" fmla="*/ 604863 w 5486400"/>
              <a:gd name="connsiteY3" fmla="*/ 2676075 h 2676075"/>
              <a:gd name="connsiteX4" fmla="*/ 5486400 w 5486400"/>
              <a:gd name="connsiteY4" fmla="*/ 1085850 h 2676075"/>
              <a:gd name="connsiteX0" fmla="*/ 5486400 w 5486400"/>
              <a:gd name="connsiteY0" fmla="*/ 1085850 h 2582198"/>
              <a:gd name="connsiteX1" fmla="*/ 0 w 5486400"/>
              <a:gd name="connsiteY1" fmla="*/ 0 h 2582198"/>
              <a:gd name="connsiteX2" fmla="*/ 0 w 5486400"/>
              <a:gd name="connsiteY2" fmla="*/ 95250 h 2582198"/>
              <a:gd name="connsiteX3" fmla="*/ 892927 w 5486400"/>
              <a:gd name="connsiteY3" fmla="*/ 2582198 h 2582198"/>
              <a:gd name="connsiteX4" fmla="*/ 5486400 w 5486400"/>
              <a:gd name="connsiteY4" fmla="*/ 1085850 h 2582198"/>
              <a:gd name="connsiteX0" fmla="*/ 5486400 w 5486400"/>
              <a:gd name="connsiteY0" fmla="*/ 1085850 h 2582198"/>
              <a:gd name="connsiteX1" fmla="*/ 0 w 5486400"/>
              <a:gd name="connsiteY1" fmla="*/ 0 h 2582198"/>
              <a:gd name="connsiteX2" fmla="*/ 892927 w 5486400"/>
              <a:gd name="connsiteY2" fmla="*/ 2582198 h 2582198"/>
              <a:gd name="connsiteX3" fmla="*/ 5486400 w 5486400"/>
              <a:gd name="connsiteY3" fmla="*/ 1085850 h 2582198"/>
              <a:gd name="connsiteX0" fmla="*/ 5486400 w 5486400"/>
              <a:gd name="connsiteY0" fmla="*/ 1085850 h 2481754"/>
              <a:gd name="connsiteX1" fmla="*/ 0 w 5486400"/>
              <a:gd name="connsiteY1" fmla="*/ 0 h 2481754"/>
              <a:gd name="connsiteX2" fmla="*/ 870728 w 5486400"/>
              <a:gd name="connsiteY2" fmla="*/ 2481754 h 2481754"/>
              <a:gd name="connsiteX3" fmla="*/ 5486400 w 5486400"/>
              <a:gd name="connsiteY3" fmla="*/ 1085850 h 24817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86400" h="2481754">
                <a:moveTo>
                  <a:pt x="5486400" y="1085850"/>
                </a:moveTo>
                <a:lnTo>
                  <a:pt x="0" y="0"/>
                </a:lnTo>
                <a:lnTo>
                  <a:pt x="870728" y="2481754"/>
                </a:lnTo>
                <a:lnTo>
                  <a:pt x="5486400" y="1085850"/>
                </a:lnTo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2" name="자유형: 도형 11"/>
          <p:cNvSpPr/>
          <p:nvPr/>
        </p:nvSpPr>
        <p:spPr>
          <a:xfrm rot="16200000" flipH="1">
            <a:off x="-469153" y="661849"/>
            <a:ext cx="2747768" cy="1432205"/>
          </a:xfrm>
          <a:custGeom>
            <a:avLst/>
            <a:gdLst>
              <a:gd name="connsiteX0" fmla="*/ 0 w 2715"/>
              <a:gd name="connsiteY0" fmla="*/ 0 h 1458"/>
              <a:gd name="connsiteX1" fmla="*/ 0 w 2715"/>
              <a:gd name="connsiteY1" fmla="*/ 1458 h 1458"/>
              <a:gd name="connsiteX2" fmla="*/ 2715 w 2715"/>
              <a:gd name="connsiteY2" fmla="*/ 909 h 1458"/>
              <a:gd name="connsiteX3" fmla="*/ 0 w 2715"/>
              <a:gd name="connsiteY3" fmla="*/ 0 h 14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15" h="1458">
                <a:moveTo>
                  <a:pt x="0" y="0"/>
                </a:moveTo>
                <a:lnTo>
                  <a:pt x="0" y="1458"/>
                </a:lnTo>
                <a:lnTo>
                  <a:pt x="2715" y="909"/>
                </a:lnTo>
                <a:lnTo>
                  <a:pt x="0" y="0"/>
                </a:lnTo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3" name="자유형: 도형 12"/>
          <p:cNvSpPr/>
          <p:nvPr/>
        </p:nvSpPr>
        <p:spPr>
          <a:xfrm rot="16200000" flipH="1">
            <a:off x="-2892959" y="2893114"/>
            <a:ext cx="6862892" cy="1076695"/>
          </a:xfrm>
          <a:custGeom>
            <a:avLst/>
            <a:gdLst>
              <a:gd name="connsiteX0" fmla="*/ 6774 w 6774"/>
              <a:gd name="connsiteY0" fmla="*/ 0 h 1097"/>
              <a:gd name="connsiteX1" fmla="*/ 0 w 6774"/>
              <a:gd name="connsiteY1" fmla="*/ 0 h 1097"/>
              <a:gd name="connsiteX2" fmla="*/ 0 w 6774"/>
              <a:gd name="connsiteY2" fmla="*/ 194 h 1097"/>
              <a:gd name="connsiteX3" fmla="*/ 2700 w 6774"/>
              <a:gd name="connsiteY3" fmla="*/ 1097 h 1097"/>
              <a:gd name="connsiteX4" fmla="*/ 6774 w 6774"/>
              <a:gd name="connsiteY4" fmla="*/ 282 h 1097"/>
              <a:gd name="connsiteX5" fmla="*/ 6774 w 6774"/>
              <a:gd name="connsiteY5" fmla="*/ 0 h 1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774" h="1097">
                <a:moveTo>
                  <a:pt x="6774" y="0"/>
                </a:moveTo>
                <a:lnTo>
                  <a:pt x="0" y="0"/>
                </a:lnTo>
                <a:lnTo>
                  <a:pt x="0" y="194"/>
                </a:lnTo>
                <a:lnTo>
                  <a:pt x="2700" y="1097"/>
                </a:lnTo>
                <a:lnTo>
                  <a:pt x="6774" y="282"/>
                </a:lnTo>
                <a:lnTo>
                  <a:pt x="6774" y="0"/>
                </a:lnTo>
              </a:path>
            </a:pathLst>
          </a:custGeom>
          <a:solidFill>
            <a:schemeClr val="accent1"/>
          </a:solidFill>
          <a:ln w="9525">
            <a:noFill/>
            <a:round/>
          </a:ln>
        </p:spPr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4" name="자유형: 도형 13"/>
          <p:cNvSpPr/>
          <p:nvPr/>
        </p:nvSpPr>
        <p:spPr>
          <a:xfrm rot="16200000">
            <a:off x="-839161" y="3864994"/>
            <a:ext cx="4116307" cy="1880869"/>
          </a:xfrm>
          <a:custGeom>
            <a:avLst/>
            <a:gdLst>
              <a:gd name="connsiteX0" fmla="*/ 5486400 w 5486400"/>
              <a:gd name="connsiteY0" fmla="*/ 1085850 h 2571750"/>
              <a:gd name="connsiteX1" fmla="*/ 0 w 5486400"/>
              <a:gd name="connsiteY1" fmla="*/ 0 h 2571750"/>
              <a:gd name="connsiteX2" fmla="*/ 0 w 5486400"/>
              <a:gd name="connsiteY2" fmla="*/ 95250 h 2571750"/>
              <a:gd name="connsiteX3" fmla="*/ 923925 w 5486400"/>
              <a:gd name="connsiteY3" fmla="*/ 2571750 h 2571750"/>
              <a:gd name="connsiteX4" fmla="*/ 5486400 w 5486400"/>
              <a:gd name="connsiteY4" fmla="*/ 1085850 h 2571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486400" h="2571750">
                <a:moveTo>
                  <a:pt x="5486400" y="1085850"/>
                </a:moveTo>
                <a:lnTo>
                  <a:pt x="0" y="0"/>
                </a:lnTo>
                <a:lnTo>
                  <a:pt x="0" y="95250"/>
                </a:lnTo>
                <a:lnTo>
                  <a:pt x="923925" y="2571750"/>
                </a:lnTo>
                <a:lnTo>
                  <a:pt x="5486400" y="1085850"/>
                </a:lnTo>
              </a:path>
            </a:pathLst>
          </a:custGeom>
          <a:solidFill>
            <a:schemeClr val="accent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5" name="자유형: 도형 14"/>
          <p:cNvSpPr/>
          <p:nvPr/>
        </p:nvSpPr>
        <p:spPr>
          <a:xfrm rot="16200000">
            <a:off x="1234747" y="5050782"/>
            <a:ext cx="895421" cy="2731035"/>
          </a:xfrm>
          <a:custGeom>
            <a:avLst/>
            <a:gdLst>
              <a:gd name="connsiteX0" fmla="*/ 0 w 571472"/>
              <a:gd name="connsiteY0" fmla="*/ 3000396 h 3000396"/>
              <a:gd name="connsiteX1" fmla="*/ 0 w 571472"/>
              <a:gd name="connsiteY1" fmla="*/ 0 h 3000396"/>
              <a:gd name="connsiteX2" fmla="*/ 571472 w 571472"/>
              <a:gd name="connsiteY2" fmla="*/ 3000396 h 3000396"/>
              <a:gd name="connsiteX3" fmla="*/ 0 w 571472"/>
              <a:gd name="connsiteY3" fmla="*/ 3000396 h 3000396"/>
              <a:gd name="connsiteX0" fmla="*/ 0 w 928630"/>
              <a:gd name="connsiteY0" fmla="*/ 3000396 h 3000396"/>
              <a:gd name="connsiteX1" fmla="*/ 0 w 928630"/>
              <a:gd name="connsiteY1" fmla="*/ 0 h 3000396"/>
              <a:gd name="connsiteX2" fmla="*/ 928630 w 928630"/>
              <a:gd name="connsiteY2" fmla="*/ 2500306 h 3000396"/>
              <a:gd name="connsiteX3" fmla="*/ 0 w 928630"/>
              <a:gd name="connsiteY3" fmla="*/ 3000396 h 3000396"/>
              <a:gd name="connsiteX0" fmla="*/ 9525 w 938155"/>
              <a:gd name="connsiteY0" fmla="*/ 3067050 h 3067050"/>
              <a:gd name="connsiteX1" fmla="*/ 0 w 938155"/>
              <a:gd name="connsiteY1" fmla="*/ 0 h 3067050"/>
              <a:gd name="connsiteX2" fmla="*/ 938155 w 938155"/>
              <a:gd name="connsiteY2" fmla="*/ 2566960 h 3067050"/>
              <a:gd name="connsiteX3" fmla="*/ 9525 w 938155"/>
              <a:gd name="connsiteY3" fmla="*/ 3067050 h 3067050"/>
              <a:gd name="connsiteX0" fmla="*/ 9525 w 928656"/>
              <a:gd name="connsiteY0" fmla="*/ 3067050 h 3067050"/>
              <a:gd name="connsiteX1" fmla="*/ 0 w 928656"/>
              <a:gd name="connsiteY1" fmla="*/ 0 h 3067050"/>
              <a:gd name="connsiteX2" fmla="*/ 928656 w 928656"/>
              <a:gd name="connsiteY2" fmla="*/ 2509813 h 3067050"/>
              <a:gd name="connsiteX3" fmla="*/ 9525 w 928656"/>
              <a:gd name="connsiteY3" fmla="*/ 3067050 h 3067050"/>
              <a:gd name="connsiteX0" fmla="*/ 9525 w 928656"/>
              <a:gd name="connsiteY0" fmla="*/ 2709836 h 2709836"/>
              <a:gd name="connsiteX1" fmla="*/ 0 w 928656"/>
              <a:gd name="connsiteY1" fmla="*/ 0 h 2709836"/>
              <a:gd name="connsiteX2" fmla="*/ 928656 w 928656"/>
              <a:gd name="connsiteY2" fmla="*/ 2509813 h 2709836"/>
              <a:gd name="connsiteX3" fmla="*/ 9525 w 928656"/>
              <a:gd name="connsiteY3" fmla="*/ 2709836 h 2709836"/>
              <a:gd name="connsiteX0" fmla="*/ 9525 w 928656"/>
              <a:gd name="connsiteY0" fmla="*/ 2781250 h 2781250"/>
              <a:gd name="connsiteX1" fmla="*/ 0 w 928656"/>
              <a:gd name="connsiteY1" fmla="*/ 0 h 2781250"/>
              <a:gd name="connsiteX2" fmla="*/ 928656 w 928656"/>
              <a:gd name="connsiteY2" fmla="*/ 2509813 h 2781250"/>
              <a:gd name="connsiteX3" fmla="*/ 9525 w 928656"/>
              <a:gd name="connsiteY3" fmla="*/ 2781250 h 2781250"/>
              <a:gd name="connsiteX0" fmla="*/ 9525 w 928656"/>
              <a:gd name="connsiteY0" fmla="*/ 2924102 h 2924102"/>
              <a:gd name="connsiteX1" fmla="*/ 0 w 928656"/>
              <a:gd name="connsiteY1" fmla="*/ 0 h 2924102"/>
              <a:gd name="connsiteX2" fmla="*/ 928656 w 928656"/>
              <a:gd name="connsiteY2" fmla="*/ 2509813 h 2924102"/>
              <a:gd name="connsiteX3" fmla="*/ 9525 w 928656"/>
              <a:gd name="connsiteY3" fmla="*/ 2924102 h 2924102"/>
              <a:gd name="connsiteX0" fmla="*/ 9525 w 931063"/>
              <a:gd name="connsiteY0" fmla="*/ 2924102 h 2924102"/>
              <a:gd name="connsiteX1" fmla="*/ 0 w 931063"/>
              <a:gd name="connsiteY1" fmla="*/ 0 h 2924102"/>
              <a:gd name="connsiteX2" fmla="*/ 931063 w 931063"/>
              <a:gd name="connsiteY2" fmla="*/ 2521723 h 2924102"/>
              <a:gd name="connsiteX3" fmla="*/ 9525 w 931063"/>
              <a:gd name="connsiteY3" fmla="*/ 2924102 h 2924102"/>
              <a:gd name="connsiteX0" fmla="*/ 0 w 931063"/>
              <a:gd name="connsiteY0" fmla="*/ 2805040 h 2805040"/>
              <a:gd name="connsiteX1" fmla="*/ 0 w 931063"/>
              <a:gd name="connsiteY1" fmla="*/ 0 h 2805040"/>
              <a:gd name="connsiteX2" fmla="*/ 931063 w 931063"/>
              <a:gd name="connsiteY2" fmla="*/ 2521723 h 2805040"/>
              <a:gd name="connsiteX3" fmla="*/ 0 w 931063"/>
              <a:gd name="connsiteY3" fmla="*/ 2805040 h 2805040"/>
              <a:gd name="connsiteX0" fmla="*/ 6350 w 931063"/>
              <a:gd name="connsiteY0" fmla="*/ 2822504 h 2822504"/>
              <a:gd name="connsiteX1" fmla="*/ 0 w 931063"/>
              <a:gd name="connsiteY1" fmla="*/ 0 h 2822504"/>
              <a:gd name="connsiteX2" fmla="*/ 931063 w 931063"/>
              <a:gd name="connsiteY2" fmla="*/ 2521723 h 2822504"/>
              <a:gd name="connsiteX3" fmla="*/ 6350 w 931063"/>
              <a:gd name="connsiteY3" fmla="*/ 2822504 h 2822504"/>
              <a:gd name="connsiteX0" fmla="*/ 6350 w 1185503"/>
              <a:gd name="connsiteY0" fmla="*/ 2822504 h 3224000"/>
              <a:gd name="connsiteX1" fmla="*/ 0 w 1185503"/>
              <a:gd name="connsiteY1" fmla="*/ 0 h 3224000"/>
              <a:gd name="connsiteX2" fmla="*/ 1185503 w 1185503"/>
              <a:gd name="connsiteY2" fmla="*/ 3224000 h 3224000"/>
              <a:gd name="connsiteX3" fmla="*/ 6350 w 1185503"/>
              <a:gd name="connsiteY3" fmla="*/ 2822504 h 3224000"/>
              <a:gd name="connsiteX0" fmla="*/ 2116 w 1193457"/>
              <a:gd name="connsiteY0" fmla="*/ 3734200 h 3734200"/>
              <a:gd name="connsiteX1" fmla="*/ 7954 w 1193457"/>
              <a:gd name="connsiteY1" fmla="*/ 0 h 3734200"/>
              <a:gd name="connsiteX2" fmla="*/ 1193457 w 1193457"/>
              <a:gd name="connsiteY2" fmla="*/ 3224000 h 3734200"/>
              <a:gd name="connsiteX3" fmla="*/ 2116 w 1193457"/>
              <a:gd name="connsiteY3" fmla="*/ 3734200 h 3734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93457" h="3734200">
                <a:moveTo>
                  <a:pt x="2116" y="3734200"/>
                </a:moveTo>
                <a:cubicBezTo>
                  <a:pt x="-1" y="2793365"/>
                  <a:pt x="10071" y="940835"/>
                  <a:pt x="7954" y="0"/>
                </a:cubicBezTo>
                <a:lnTo>
                  <a:pt x="1193457" y="3224000"/>
                </a:lnTo>
                <a:lnTo>
                  <a:pt x="2116" y="3734200"/>
                </a:lnTo>
              </a:path>
            </a:pathLst>
          </a:custGeom>
          <a:solidFill>
            <a:schemeClr val="accent2">
              <a:lumMod val="50000"/>
              <a:lumOff val="50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16" name="자유형: 도형 15"/>
          <p:cNvSpPr/>
          <p:nvPr/>
        </p:nvSpPr>
        <p:spPr>
          <a:xfrm>
            <a:off x="164250" y="-27432"/>
            <a:ext cx="2883726" cy="6885432"/>
          </a:xfrm>
          <a:custGeom>
            <a:avLst/>
            <a:gdLst>
              <a:gd name="connsiteX0" fmla="*/ 0 w 500066"/>
              <a:gd name="connsiteY0" fmla="*/ 6858000 h 6858000"/>
              <a:gd name="connsiteX1" fmla="*/ 250033 w 500066"/>
              <a:gd name="connsiteY1" fmla="*/ 0 h 6858000"/>
              <a:gd name="connsiteX2" fmla="*/ 500066 w 500066"/>
              <a:gd name="connsiteY2" fmla="*/ 6858000 h 6858000"/>
              <a:gd name="connsiteX3" fmla="*/ 0 w 500066"/>
              <a:gd name="connsiteY3" fmla="*/ 6858000 h 6858000"/>
              <a:gd name="connsiteX0" fmla="*/ 1638757 w 2138823"/>
              <a:gd name="connsiteY0" fmla="*/ 6876288 h 6876288"/>
              <a:gd name="connsiteX1" fmla="*/ 0 w 2138823"/>
              <a:gd name="connsiteY1" fmla="*/ 0 h 6876288"/>
              <a:gd name="connsiteX2" fmla="*/ 2138823 w 2138823"/>
              <a:gd name="connsiteY2" fmla="*/ 6876288 h 6876288"/>
              <a:gd name="connsiteX3" fmla="*/ 1638757 w 2138823"/>
              <a:gd name="connsiteY3" fmla="*/ 6876288 h 6876288"/>
              <a:gd name="connsiteX0" fmla="*/ 1662729 w 2162795"/>
              <a:gd name="connsiteY0" fmla="*/ 6885432 h 6885432"/>
              <a:gd name="connsiteX1" fmla="*/ 0 w 2162795"/>
              <a:gd name="connsiteY1" fmla="*/ 0 h 6885432"/>
              <a:gd name="connsiteX2" fmla="*/ 2162795 w 2162795"/>
              <a:gd name="connsiteY2" fmla="*/ 6885432 h 6885432"/>
              <a:gd name="connsiteX3" fmla="*/ 1662729 w 2162795"/>
              <a:gd name="connsiteY3" fmla="*/ 6885432 h 688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62795" h="6885432">
                <a:moveTo>
                  <a:pt x="1662729" y="6885432"/>
                </a:moveTo>
                <a:lnTo>
                  <a:pt x="0" y="0"/>
                </a:lnTo>
                <a:lnTo>
                  <a:pt x="2162795" y="6885432"/>
                </a:lnTo>
                <a:lnTo>
                  <a:pt x="1662729" y="6885432"/>
                </a:lnTo>
              </a:path>
            </a:pathLst>
          </a:custGeom>
          <a:solidFill>
            <a:schemeClr val="accent1">
              <a:alpha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2270586" y="2919309"/>
            <a:ext cx="9635703" cy="957706"/>
          </a:xfrm>
        </p:spPr>
        <p:txBody>
          <a:bodyPr>
            <a:noAutofit/>
          </a:bodyPr>
          <a:lstStyle>
            <a:lvl1pPr algn="l">
              <a:defRPr sz="54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2270586" y="3890286"/>
            <a:ext cx="9631127" cy="467408"/>
          </a:xfrm>
        </p:spPr>
        <p:txBody>
          <a:bodyPr anchor="ctr"/>
          <a:lstStyle>
            <a:lvl1pPr marL="0" indent="0" algn="l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282A27DF-FC33-4C05-96AC-ECA7B11A9C6B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EA2121F7-E20F-43B2-B3C6-C7E51EA698C5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5DAC1609-63DC-4238-90D7-BDA4CCE7E5D2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73151" y="3141915"/>
            <a:ext cx="12305046" cy="3716088"/>
            <a:chOff x="-28573" y="3141915"/>
            <a:chExt cx="9202494" cy="3716088"/>
          </a:xfrm>
        </p:grpSpPr>
        <p:sp>
          <p:nvSpPr>
            <p:cNvPr id="8" name="자유형: 도형 7"/>
            <p:cNvSpPr/>
            <p:nvPr/>
          </p:nvSpPr>
          <p:spPr>
            <a:xfrm rot="10800000" flipH="1">
              <a:off x="13414" y="5642418"/>
              <a:ext cx="3665145" cy="1074154"/>
            </a:xfrm>
            <a:custGeom>
              <a:avLst/>
              <a:gdLst>
                <a:gd name="connsiteX0" fmla="*/ 0 w 2715"/>
                <a:gd name="connsiteY0" fmla="*/ 0 h 1458"/>
                <a:gd name="connsiteX1" fmla="*/ 0 w 2715"/>
                <a:gd name="connsiteY1" fmla="*/ 1458 h 1458"/>
                <a:gd name="connsiteX2" fmla="*/ 2715 w 2715"/>
                <a:gd name="connsiteY2" fmla="*/ 909 h 1458"/>
                <a:gd name="connsiteX3" fmla="*/ 0 w 2715"/>
                <a:gd name="connsiteY3" fmla="*/ 0 h 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5" h="1458">
                  <a:moveTo>
                    <a:pt x="0" y="0"/>
                  </a:moveTo>
                  <a:lnTo>
                    <a:pt x="0" y="1458"/>
                  </a:lnTo>
                  <a:lnTo>
                    <a:pt x="2715" y="909"/>
                  </a:lnTo>
                  <a:lnTo>
                    <a:pt x="0" y="0"/>
                  </a:lnTo>
                </a:path>
              </a:pathLst>
            </a:custGeom>
            <a:solidFill>
              <a:schemeClr val="accent3">
                <a:lumMod val="40000"/>
                <a:lumOff val="60000"/>
                <a:alpha val="39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 rot="10800000" flipH="1">
              <a:off x="8017" y="6050481"/>
              <a:ext cx="9154154" cy="807522"/>
            </a:xfrm>
            <a:custGeom>
              <a:avLst/>
              <a:gdLst>
                <a:gd name="connsiteX0" fmla="*/ 6774 w 6774"/>
                <a:gd name="connsiteY0" fmla="*/ 0 h 1097"/>
                <a:gd name="connsiteX1" fmla="*/ 0 w 6774"/>
                <a:gd name="connsiteY1" fmla="*/ 0 h 1097"/>
                <a:gd name="connsiteX2" fmla="*/ 0 w 6774"/>
                <a:gd name="connsiteY2" fmla="*/ 194 h 1097"/>
                <a:gd name="connsiteX3" fmla="*/ 2700 w 6774"/>
                <a:gd name="connsiteY3" fmla="*/ 1097 h 1097"/>
                <a:gd name="connsiteX4" fmla="*/ 6774 w 6774"/>
                <a:gd name="connsiteY4" fmla="*/ 282 h 1097"/>
                <a:gd name="connsiteX5" fmla="*/ 6774 w 6774"/>
                <a:gd name="connsiteY5" fmla="*/ 0 h 1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4" h="1097">
                  <a:moveTo>
                    <a:pt x="6774" y="0"/>
                  </a:moveTo>
                  <a:lnTo>
                    <a:pt x="0" y="0"/>
                  </a:lnTo>
                  <a:lnTo>
                    <a:pt x="0" y="194"/>
                  </a:lnTo>
                  <a:lnTo>
                    <a:pt x="2700" y="1097"/>
                  </a:lnTo>
                  <a:lnTo>
                    <a:pt x="6774" y="282"/>
                  </a:lnTo>
                  <a:lnTo>
                    <a:pt x="6774" y="0"/>
                  </a:lnTo>
                </a:path>
              </a:pathLst>
            </a:custGeom>
            <a:solidFill>
              <a:schemeClr val="accent3">
                <a:alpha val="7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/>
            <p:nvPr/>
          </p:nvSpPr>
          <p:spPr>
            <a:xfrm rot="10800000">
              <a:off x="3672466" y="5238365"/>
              <a:ext cx="5490588" cy="1410652"/>
            </a:xfrm>
            <a:custGeom>
              <a:avLst/>
              <a:gdLst>
                <a:gd name="connsiteX0" fmla="*/ 5486400 w 5486400"/>
                <a:gd name="connsiteY0" fmla="*/ 1085850 h 2571750"/>
                <a:gd name="connsiteX1" fmla="*/ 0 w 5486400"/>
                <a:gd name="connsiteY1" fmla="*/ 0 h 2571750"/>
                <a:gd name="connsiteX2" fmla="*/ 0 w 5486400"/>
                <a:gd name="connsiteY2" fmla="*/ 95250 h 2571750"/>
                <a:gd name="connsiteX3" fmla="*/ 923925 w 5486400"/>
                <a:gd name="connsiteY3" fmla="*/ 2571750 h 2571750"/>
                <a:gd name="connsiteX4" fmla="*/ 5486400 w 5486400"/>
                <a:gd name="connsiteY4" fmla="*/ 1085850 h 257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86400" h="2571750">
                  <a:moveTo>
                    <a:pt x="5486400" y="1085850"/>
                  </a:moveTo>
                  <a:lnTo>
                    <a:pt x="0" y="0"/>
                  </a:lnTo>
                  <a:lnTo>
                    <a:pt x="0" y="95250"/>
                  </a:lnTo>
                  <a:lnTo>
                    <a:pt x="923925" y="2571750"/>
                  </a:lnTo>
                  <a:lnTo>
                    <a:pt x="5486400" y="1085850"/>
                  </a:lnTo>
                </a:path>
              </a:pathLst>
            </a:custGeom>
            <a:solidFill>
              <a:schemeClr val="accent1">
                <a:lumMod val="60000"/>
                <a:lumOff val="40000"/>
                <a:alpha val="7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/>
            <p:nvPr/>
          </p:nvSpPr>
          <p:spPr>
            <a:xfrm rot="10800000">
              <a:off x="8223873" y="5072085"/>
              <a:ext cx="931774" cy="1548196"/>
            </a:xfrm>
            <a:custGeom>
              <a:avLst/>
              <a:gdLst>
                <a:gd name="connsiteX0" fmla="*/ 0 w 571472"/>
                <a:gd name="connsiteY0" fmla="*/ 3000396 h 3000396"/>
                <a:gd name="connsiteX1" fmla="*/ 0 w 571472"/>
                <a:gd name="connsiteY1" fmla="*/ 0 h 3000396"/>
                <a:gd name="connsiteX2" fmla="*/ 571472 w 571472"/>
                <a:gd name="connsiteY2" fmla="*/ 3000396 h 3000396"/>
                <a:gd name="connsiteX3" fmla="*/ 0 w 571472"/>
                <a:gd name="connsiteY3" fmla="*/ 3000396 h 3000396"/>
                <a:gd name="connsiteX0" fmla="*/ 0 w 928630"/>
                <a:gd name="connsiteY0" fmla="*/ 3000396 h 3000396"/>
                <a:gd name="connsiteX1" fmla="*/ 0 w 928630"/>
                <a:gd name="connsiteY1" fmla="*/ 0 h 3000396"/>
                <a:gd name="connsiteX2" fmla="*/ 928630 w 928630"/>
                <a:gd name="connsiteY2" fmla="*/ 2500306 h 3000396"/>
                <a:gd name="connsiteX3" fmla="*/ 0 w 928630"/>
                <a:gd name="connsiteY3" fmla="*/ 3000396 h 3000396"/>
                <a:gd name="connsiteX0" fmla="*/ 9525 w 938155"/>
                <a:gd name="connsiteY0" fmla="*/ 3067050 h 3067050"/>
                <a:gd name="connsiteX1" fmla="*/ 0 w 938155"/>
                <a:gd name="connsiteY1" fmla="*/ 0 h 3067050"/>
                <a:gd name="connsiteX2" fmla="*/ 938155 w 938155"/>
                <a:gd name="connsiteY2" fmla="*/ 2566960 h 3067050"/>
                <a:gd name="connsiteX3" fmla="*/ 9525 w 938155"/>
                <a:gd name="connsiteY3" fmla="*/ 3067050 h 3067050"/>
                <a:gd name="connsiteX0" fmla="*/ 9525 w 928656"/>
                <a:gd name="connsiteY0" fmla="*/ 3067050 h 3067050"/>
                <a:gd name="connsiteX1" fmla="*/ 0 w 928656"/>
                <a:gd name="connsiteY1" fmla="*/ 0 h 3067050"/>
                <a:gd name="connsiteX2" fmla="*/ 928656 w 928656"/>
                <a:gd name="connsiteY2" fmla="*/ 2509813 h 3067050"/>
                <a:gd name="connsiteX3" fmla="*/ 9525 w 928656"/>
                <a:gd name="connsiteY3" fmla="*/ 3067050 h 3067050"/>
                <a:gd name="connsiteX0" fmla="*/ 9525 w 928656"/>
                <a:gd name="connsiteY0" fmla="*/ 2709836 h 2709836"/>
                <a:gd name="connsiteX1" fmla="*/ 0 w 928656"/>
                <a:gd name="connsiteY1" fmla="*/ 0 h 2709836"/>
                <a:gd name="connsiteX2" fmla="*/ 928656 w 928656"/>
                <a:gd name="connsiteY2" fmla="*/ 2509813 h 2709836"/>
                <a:gd name="connsiteX3" fmla="*/ 9525 w 928656"/>
                <a:gd name="connsiteY3" fmla="*/ 2709836 h 2709836"/>
                <a:gd name="connsiteX0" fmla="*/ 9525 w 928656"/>
                <a:gd name="connsiteY0" fmla="*/ 2781250 h 2781250"/>
                <a:gd name="connsiteX1" fmla="*/ 0 w 928656"/>
                <a:gd name="connsiteY1" fmla="*/ 0 h 2781250"/>
                <a:gd name="connsiteX2" fmla="*/ 928656 w 928656"/>
                <a:gd name="connsiteY2" fmla="*/ 2509813 h 2781250"/>
                <a:gd name="connsiteX3" fmla="*/ 9525 w 928656"/>
                <a:gd name="connsiteY3" fmla="*/ 2781250 h 2781250"/>
                <a:gd name="connsiteX0" fmla="*/ 9525 w 928656"/>
                <a:gd name="connsiteY0" fmla="*/ 2924102 h 2924102"/>
                <a:gd name="connsiteX1" fmla="*/ 0 w 928656"/>
                <a:gd name="connsiteY1" fmla="*/ 0 h 2924102"/>
                <a:gd name="connsiteX2" fmla="*/ 928656 w 928656"/>
                <a:gd name="connsiteY2" fmla="*/ 2509813 h 2924102"/>
                <a:gd name="connsiteX3" fmla="*/ 9525 w 928656"/>
                <a:gd name="connsiteY3" fmla="*/ 2924102 h 2924102"/>
                <a:gd name="connsiteX0" fmla="*/ 9525 w 931063"/>
                <a:gd name="connsiteY0" fmla="*/ 2924102 h 2924102"/>
                <a:gd name="connsiteX1" fmla="*/ 0 w 931063"/>
                <a:gd name="connsiteY1" fmla="*/ 0 h 2924102"/>
                <a:gd name="connsiteX2" fmla="*/ 931063 w 931063"/>
                <a:gd name="connsiteY2" fmla="*/ 2521723 h 2924102"/>
                <a:gd name="connsiteX3" fmla="*/ 9525 w 931063"/>
                <a:gd name="connsiteY3" fmla="*/ 2924102 h 2924102"/>
                <a:gd name="connsiteX0" fmla="*/ 0 w 931063"/>
                <a:gd name="connsiteY0" fmla="*/ 2805040 h 2805040"/>
                <a:gd name="connsiteX1" fmla="*/ 0 w 931063"/>
                <a:gd name="connsiteY1" fmla="*/ 0 h 2805040"/>
                <a:gd name="connsiteX2" fmla="*/ 931063 w 931063"/>
                <a:gd name="connsiteY2" fmla="*/ 2521723 h 2805040"/>
                <a:gd name="connsiteX3" fmla="*/ 0 w 931063"/>
                <a:gd name="connsiteY3" fmla="*/ 2805040 h 2805040"/>
                <a:gd name="connsiteX0" fmla="*/ 6350 w 931063"/>
                <a:gd name="connsiteY0" fmla="*/ 2822504 h 2822504"/>
                <a:gd name="connsiteX1" fmla="*/ 0 w 931063"/>
                <a:gd name="connsiteY1" fmla="*/ 0 h 2822504"/>
                <a:gd name="connsiteX2" fmla="*/ 931063 w 931063"/>
                <a:gd name="connsiteY2" fmla="*/ 2521723 h 2822504"/>
                <a:gd name="connsiteX3" fmla="*/ 6350 w 931063"/>
                <a:gd name="connsiteY3" fmla="*/ 2822504 h 282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1063" h="2822504">
                  <a:moveTo>
                    <a:pt x="6350" y="2822504"/>
                  </a:moveTo>
                  <a:cubicBezTo>
                    <a:pt x="4233" y="1881669"/>
                    <a:pt x="2117" y="940835"/>
                    <a:pt x="0" y="0"/>
                  </a:cubicBezTo>
                  <a:lnTo>
                    <a:pt x="931063" y="2521723"/>
                  </a:lnTo>
                  <a:lnTo>
                    <a:pt x="6350" y="2822504"/>
                  </a:lnTo>
                </a:path>
              </a:pathLst>
            </a:custGeom>
            <a:solidFill>
              <a:schemeClr val="accent1">
                <a:alpha val="74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자유형: 도형 11"/>
            <p:cNvSpPr/>
            <p:nvPr/>
          </p:nvSpPr>
          <p:spPr>
            <a:xfrm rot="16200000">
              <a:off x="2776226" y="337116"/>
              <a:ext cx="3592895" cy="9202494"/>
            </a:xfrm>
            <a:custGeom>
              <a:avLst/>
              <a:gdLst>
                <a:gd name="connsiteX0" fmla="*/ 0 w 500066"/>
                <a:gd name="connsiteY0" fmla="*/ 6858000 h 6858000"/>
                <a:gd name="connsiteX1" fmla="*/ 250033 w 500066"/>
                <a:gd name="connsiteY1" fmla="*/ 0 h 6858000"/>
                <a:gd name="connsiteX2" fmla="*/ 500066 w 500066"/>
                <a:gd name="connsiteY2" fmla="*/ 6858000 h 6858000"/>
                <a:gd name="connsiteX3" fmla="*/ 0 w 500066"/>
                <a:gd name="connsiteY3" fmla="*/ 6858000 h 6858000"/>
                <a:gd name="connsiteX0" fmla="*/ 1638757 w 2138823"/>
                <a:gd name="connsiteY0" fmla="*/ 6876288 h 6876288"/>
                <a:gd name="connsiteX1" fmla="*/ 0 w 2138823"/>
                <a:gd name="connsiteY1" fmla="*/ 0 h 6876288"/>
                <a:gd name="connsiteX2" fmla="*/ 2138823 w 2138823"/>
                <a:gd name="connsiteY2" fmla="*/ 6876288 h 6876288"/>
                <a:gd name="connsiteX3" fmla="*/ 1638757 w 2138823"/>
                <a:gd name="connsiteY3" fmla="*/ 6876288 h 6876288"/>
                <a:gd name="connsiteX0" fmla="*/ 1662729 w 2162795"/>
                <a:gd name="connsiteY0" fmla="*/ 6885432 h 6885432"/>
                <a:gd name="connsiteX1" fmla="*/ 0 w 2162795"/>
                <a:gd name="connsiteY1" fmla="*/ 0 h 6885432"/>
                <a:gd name="connsiteX2" fmla="*/ 2162795 w 2162795"/>
                <a:gd name="connsiteY2" fmla="*/ 6885432 h 6885432"/>
                <a:gd name="connsiteX3" fmla="*/ 1662729 w 2162795"/>
                <a:gd name="connsiteY3" fmla="*/ 6885432 h 6885432"/>
                <a:gd name="connsiteX0" fmla="*/ 1662729 w 3592895"/>
                <a:gd name="connsiteY0" fmla="*/ 6885432 h 6899132"/>
                <a:gd name="connsiteX1" fmla="*/ 0 w 3592895"/>
                <a:gd name="connsiteY1" fmla="*/ 0 h 6899132"/>
                <a:gd name="connsiteX2" fmla="*/ 3592895 w 3592895"/>
                <a:gd name="connsiteY2" fmla="*/ 6899132 h 6899132"/>
                <a:gd name="connsiteX3" fmla="*/ 1662729 w 3592895"/>
                <a:gd name="connsiteY3" fmla="*/ 6885432 h 6899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92895" h="6899132">
                  <a:moveTo>
                    <a:pt x="1662729" y="6885432"/>
                  </a:moveTo>
                  <a:lnTo>
                    <a:pt x="0" y="0"/>
                  </a:lnTo>
                  <a:lnTo>
                    <a:pt x="3592895" y="6899132"/>
                  </a:lnTo>
                  <a:lnTo>
                    <a:pt x="1662729" y="6885432"/>
                  </a:lnTo>
                </a:path>
              </a:pathLst>
            </a:custGeom>
            <a:solidFill>
              <a:schemeClr val="accent3">
                <a:alpha val="1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61962" y="2357419"/>
            <a:ext cx="10363199" cy="928705"/>
          </a:xfrm>
        </p:spPr>
        <p:txBody>
          <a:bodyPr anchor="t"/>
          <a:lstStyle>
            <a:lvl1pPr algn="l">
              <a:defRPr sz="5400" b="0" cap="all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61962" y="1807030"/>
            <a:ext cx="10363199" cy="550390"/>
          </a:xfrm>
        </p:spPr>
        <p:txBody>
          <a:bodyPr anchor="b">
            <a:noAutofit/>
          </a:bodyPr>
          <a:lstStyle>
            <a:lvl1pPr marL="0" indent="0">
              <a:buNone/>
              <a:defRPr sz="2400">
                <a:solidFill>
                  <a:schemeClr val="bg2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21794FCA-B30B-4B0B-A06E-872BCCC939B8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 2개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609599" y="1600200"/>
            <a:ext cx="5384799" cy="4525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97599" y="1600200"/>
            <a:ext cx="5384799" cy="452596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82B4FBC9-0152-4321-B5AE-8A4D40C68623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F5271060-A817-4E00-9021-886881503EBB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  <p:sp>
        <p:nvSpPr>
          <p:cNvPr id="6" name="제목 5"/>
          <p:cNvSpPr>
            <a:spLocks noGrp="1"/>
          </p:cNvSpPr>
          <p:nvPr>
            <p:ph type="title"/>
          </p:nvPr>
        </p:nvSpPr>
        <p:spPr>
          <a:xfrm>
            <a:off x="431799" y="123802"/>
            <a:ext cx="11302999" cy="939784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표" type="tbl" preserve="1">
  <p:cSld name="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 noTextEdit="1"/>
          </p:cNvSpPr>
          <p:nvPr>
            <p:ph type="tbl" sz="quarter" idx="13"/>
          </p:nvPr>
        </p:nvSpPr>
        <p:spPr>
          <a:xfrm>
            <a:off x="608037" y="1214422"/>
            <a:ext cx="10972799" cy="4953841"/>
          </a:xfrm>
        </p:spPr>
        <p:txBody>
          <a:bodyPr/>
          <a:lstStyle>
            <a:lvl1pPr>
              <a:buNone/>
              <a:defRPr/>
            </a:lvl1pPr>
          </a:lstStyle>
          <a:p>
            <a:pPr lvl="0">
              <a:defRPr lang="ko-KR" altLang="en-US"/>
            </a:pPr>
            <a:r>
              <a:rPr lang="ko-KR" altLang="en-US"/>
              <a:t>표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2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47ABBE4F-A180-451B-976B-207E95DDA7FB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내용 4개" type="fourObj" preserve="1">
  <p:cSld name="내용 4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"/>
          </p:nvPr>
        </p:nvSpPr>
        <p:spPr>
          <a:xfrm>
            <a:off x="609599" y="1277872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quarter" idx="2"/>
          </p:nvPr>
        </p:nvSpPr>
        <p:spPr>
          <a:xfrm>
            <a:off x="6197599" y="1277872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5" name="내용 개체 틀 4"/>
          <p:cNvSpPr>
            <a:spLocks noGrp="1"/>
          </p:cNvSpPr>
          <p:nvPr>
            <p:ph sz="quarter" idx="3"/>
          </p:nvPr>
        </p:nvSpPr>
        <p:spPr>
          <a:xfrm>
            <a:off x="608037" y="3786190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96037" y="3786190"/>
            <a:ext cx="5384799" cy="23388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10" name="날짜 개체 틀 9"/>
          <p:cNvSpPr>
            <a:spLocks noGrp="1"/>
          </p:cNvSpPr>
          <p:nvPr>
            <p:ph type="dt" sz="half" idx="10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F0DB8ECF-E18C-4D8D-A7A0-FA2FABCA5290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11" name="바닥글 개체 틀 10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12" name="슬라이드 번호 개체 틀 11"/>
          <p:cNvSpPr>
            <a:spLocks noGrp="1"/>
          </p:cNvSpPr>
          <p:nvPr>
            <p:ph type="sldNum" sz="quarter" idx="12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그림 및 설명" type="picTx" preserve="1">
  <p:cSld name="그림 및 설명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각 삼각형 19"/>
          <p:cNvSpPr/>
          <p:nvPr/>
        </p:nvSpPr>
        <p:spPr>
          <a:xfrm rot="5400000">
            <a:off x="-3300803" y="3300663"/>
            <a:ext cx="6887028" cy="285709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grpSp>
        <p:nvGrpSpPr>
          <p:cNvPr id="21" name="그룹 20"/>
          <p:cNvGrpSpPr/>
          <p:nvPr/>
        </p:nvGrpSpPr>
        <p:grpSpPr>
          <a:xfrm flipH="1">
            <a:off x="-2" y="0"/>
            <a:ext cx="12192001" cy="6858001"/>
            <a:chOff x="-1" y="0"/>
            <a:chExt cx="9144001" cy="6858001"/>
          </a:xfrm>
        </p:grpSpPr>
        <p:sp>
          <p:nvSpPr>
            <p:cNvPr id="22" name="자유형: 도형 21"/>
            <p:cNvSpPr/>
            <p:nvPr/>
          </p:nvSpPr>
          <p:spPr>
            <a:xfrm>
              <a:off x="0" y="6184705"/>
              <a:ext cx="2309196" cy="673295"/>
            </a:xfrm>
            <a:custGeom>
              <a:avLst/>
              <a:gdLst>
                <a:gd name="connsiteX0" fmla="*/ 1754 w 1942"/>
                <a:gd name="connsiteY0" fmla="*/ 0 h 560"/>
                <a:gd name="connsiteX1" fmla="*/ 0 w 1942"/>
                <a:gd name="connsiteY1" fmla="*/ 367 h 560"/>
                <a:gd name="connsiteX2" fmla="*/ 0 w 1942"/>
                <a:gd name="connsiteY2" fmla="*/ 560 h 560"/>
                <a:gd name="connsiteX3" fmla="*/ 1942 w 1942"/>
                <a:gd name="connsiteY3" fmla="*/ 560 h 560"/>
                <a:gd name="connsiteX4" fmla="*/ 1754 w 1942"/>
                <a:gd name="connsiteY4" fmla="*/ 0 h 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2" h="560">
                  <a:moveTo>
                    <a:pt x="1754" y="0"/>
                  </a:moveTo>
                  <a:lnTo>
                    <a:pt x="0" y="367"/>
                  </a:lnTo>
                  <a:lnTo>
                    <a:pt x="0" y="560"/>
                  </a:lnTo>
                  <a:lnTo>
                    <a:pt x="1942" y="560"/>
                  </a:lnTo>
                  <a:cubicBezTo>
                    <a:pt x="1879" y="373"/>
                    <a:pt x="1817" y="187"/>
                    <a:pt x="1754" y="0"/>
                  </a:cubicBezTo>
                </a:path>
              </a:pathLst>
            </a:custGeom>
            <a:solidFill>
              <a:schemeClr val="accent2">
                <a:lumMod val="50000"/>
                <a:lumOff val="50000"/>
                <a:alpha val="20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grpSp>
          <p:nvGrpSpPr>
            <p:cNvPr id="23" name="그룹 22"/>
            <p:cNvGrpSpPr/>
            <p:nvPr/>
          </p:nvGrpSpPr>
          <p:grpSpPr>
            <a:xfrm>
              <a:off x="-1" y="0"/>
              <a:ext cx="9144001" cy="6858001"/>
              <a:chOff x="-1" y="0"/>
              <a:chExt cx="9144001" cy="6858001"/>
            </a:xfrm>
          </p:grpSpPr>
          <p:sp>
            <p:nvSpPr>
              <p:cNvPr id="24" name="자유형: 도형 23"/>
              <p:cNvSpPr/>
              <p:nvPr/>
            </p:nvSpPr>
            <p:spPr>
              <a:xfrm>
                <a:off x="428023" y="0"/>
                <a:ext cx="2026194" cy="3135635"/>
              </a:xfrm>
              <a:custGeom>
                <a:avLst/>
                <a:gdLst/>
                <a:ahLst/>
                <a:cxnLst>
                  <a:cxn ang="0">
                    <a:pos x="1704" y="0"/>
                  </a:cxn>
                  <a:cxn ang="0">
                    <a:pos x="0" y="0"/>
                  </a:cxn>
                  <a:cxn ang="0">
                    <a:pos x="711" y="2609"/>
                  </a:cxn>
                  <a:cxn ang="0">
                    <a:pos x="1704" y="0"/>
                  </a:cxn>
                </a:cxnLst>
                <a:rect l="0" t="0" r="r" b="b"/>
                <a:pathLst>
                  <a:path w="1704" h="2609">
                    <a:moveTo>
                      <a:pt x="1704" y="0"/>
                    </a:moveTo>
                    <a:lnTo>
                      <a:pt x="0" y="0"/>
                    </a:lnTo>
                    <a:lnTo>
                      <a:pt x="711" y="2609"/>
                    </a:lnTo>
                    <a:lnTo>
                      <a:pt x="1704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  <a:alpha val="8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5" name="자유형: 도형 24"/>
              <p:cNvSpPr/>
              <p:nvPr/>
            </p:nvSpPr>
            <p:spPr>
              <a:xfrm>
                <a:off x="6028605" y="4696234"/>
                <a:ext cx="3115394" cy="1976604"/>
              </a:xfrm>
              <a:custGeom>
                <a:avLst/>
                <a:gdLst>
                  <a:gd name="connsiteX0" fmla="*/ 2610 w 2610"/>
                  <a:gd name="connsiteY0" fmla="*/ 0 h 1645"/>
                  <a:gd name="connsiteX1" fmla="*/ 0 w 2610"/>
                  <a:gd name="connsiteY1" fmla="*/ 535 h 1645"/>
                  <a:gd name="connsiteX2" fmla="*/ 2610 w 2610"/>
                  <a:gd name="connsiteY2" fmla="*/ 1645 h 1645"/>
                  <a:gd name="connsiteX3" fmla="*/ 2610 w 2610"/>
                  <a:gd name="connsiteY3" fmla="*/ 0 h 1645"/>
                  <a:gd name="connsiteX0" fmla="*/ 2620 w 2620"/>
                  <a:gd name="connsiteY0" fmla="*/ 0 h 1645"/>
                  <a:gd name="connsiteX1" fmla="*/ 0 w 2620"/>
                  <a:gd name="connsiteY1" fmla="*/ 541 h 1645"/>
                  <a:gd name="connsiteX2" fmla="*/ 2620 w 2620"/>
                  <a:gd name="connsiteY2" fmla="*/ 1645 h 1645"/>
                  <a:gd name="connsiteX3" fmla="*/ 2620 w 2620"/>
                  <a:gd name="connsiteY3" fmla="*/ 0 h 1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20" h="1645">
                    <a:moveTo>
                      <a:pt x="2620" y="0"/>
                    </a:moveTo>
                    <a:lnTo>
                      <a:pt x="0" y="541"/>
                    </a:lnTo>
                    <a:lnTo>
                      <a:pt x="2620" y="1645"/>
                    </a:lnTo>
                    <a:lnTo>
                      <a:pt x="2620" y="0"/>
                    </a:lnTo>
                  </a:path>
                </a:pathLst>
              </a:custGeom>
              <a:solidFill>
                <a:schemeClr val="accent2">
                  <a:lumMod val="50000"/>
                  <a:lumOff val="50000"/>
                  <a:alpha val="2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6" name="자유형: 도형 25"/>
              <p:cNvSpPr/>
              <p:nvPr/>
            </p:nvSpPr>
            <p:spPr>
              <a:xfrm>
                <a:off x="2089194" y="5345523"/>
                <a:ext cx="7054806" cy="1512478"/>
              </a:xfrm>
              <a:custGeom>
                <a:avLst/>
                <a:gdLst>
                  <a:gd name="connsiteX0" fmla="*/ 3491 w 5944"/>
                  <a:gd name="connsiteY0" fmla="*/ 0 h 1293"/>
                  <a:gd name="connsiteX1" fmla="*/ 0 w 5944"/>
                  <a:gd name="connsiteY1" fmla="*/ 743 h 1293"/>
                  <a:gd name="connsiteX2" fmla="*/ 194 w 5944"/>
                  <a:gd name="connsiteY2" fmla="*/ 1293 h 1293"/>
                  <a:gd name="connsiteX3" fmla="*/ 5944 w 5944"/>
                  <a:gd name="connsiteY3" fmla="*/ 1293 h 1293"/>
                  <a:gd name="connsiteX4" fmla="*/ 5944 w 5944"/>
                  <a:gd name="connsiteY4" fmla="*/ 1130 h 1293"/>
                  <a:gd name="connsiteX5" fmla="*/ 3491 w 5944"/>
                  <a:gd name="connsiteY5" fmla="*/ 0 h 1293"/>
                  <a:gd name="connsiteX0" fmla="*/ 3347 w 5944"/>
                  <a:gd name="connsiteY0" fmla="*/ 0 h 1264"/>
                  <a:gd name="connsiteX1" fmla="*/ 0 w 5944"/>
                  <a:gd name="connsiteY1" fmla="*/ 714 h 1264"/>
                  <a:gd name="connsiteX2" fmla="*/ 194 w 5944"/>
                  <a:gd name="connsiteY2" fmla="*/ 1264 h 1264"/>
                  <a:gd name="connsiteX3" fmla="*/ 5944 w 5944"/>
                  <a:gd name="connsiteY3" fmla="*/ 1264 h 1264"/>
                  <a:gd name="connsiteX4" fmla="*/ 5944 w 5944"/>
                  <a:gd name="connsiteY4" fmla="*/ 1101 h 1264"/>
                  <a:gd name="connsiteX5" fmla="*/ 3347 w 5944"/>
                  <a:gd name="connsiteY5" fmla="*/ 0 h 1264"/>
                  <a:gd name="connsiteX0" fmla="*/ 3323 w 5944"/>
                  <a:gd name="connsiteY0" fmla="*/ 0 h 1257"/>
                  <a:gd name="connsiteX1" fmla="*/ 0 w 5944"/>
                  <a:gd name="connsiteY1" fmla="*/ 707 h 1257"/>
                  <a:gd name="connsiteX2" fmla="*/ 194 w 5944"/>
                  <a:gd name="connsiteY2" fmla="*/ 1257 h 1257"/>
                  <a:gd name="connsiteX3" fmla="*/ 5944 w 5944"/>
                  <a:gd name="connsiteY3" fmla="*/ 1257 h 1257"/>
                  <a:gd name="connsiteX4" fmla="*/ 5944 w 5944"/>
                  <a:gd name="connsiteY4" fmla="*/ 1094 h 1257"/>
                  <a:gd name="connsiteX5" fmla="*/ 3323 w 5944"/>
                  <a:gd name="connsiteY5" fmla="*/ 0 h 1257"/>
                  <a:gd name="connsiteX0" fmla="*/ 3279 w 5900"/>
                  <a:gd name="connsiteY0" fmla="*/ 0 h 1257"/>
                  <a:gd name="connsiteX1" fmla="*/ 0 w 5900"/>
                  <a:gd name="connsiteY1" fmla="*/ 687 h 1257"/>
                  <a:gd name="connsiteX2" fmla="*/ 150 w 5900"/>
                  <a:gd name="connsiteY2" fmla="*/ 1257 h 1257"/>
                  <a:gd name="connsiteX3" fmla="*/ 5900 w 5900"/>
                  <a:gd name="connsiteY3" fmla="*/ 1257 h 1257"/>
                  <a:gd name="connsiteX4" fmla="*/ 5900 w 5900"/>
                  <a:gd name="connsiteY4" fmla="*/ 1094 h 1257"/>
                  <a:gd name="connsiteX5" fmla="*/ 3279 w 5900"/>
                  <a:gd name="connsiteY5" fmla="*/ 0 h 1257"/>
                  <a:gd name="connsiteX0" fmla="*/ 3314 w 5935"/>
                  <a:gd name="connsiteY0" fmla="*/ 0 h 1257"/>
                  <a:gd name="connsiteX1" fmla="*/ 0 w 5935"/>
                  <a:gd name="connsiteY1" fmla="*/ 695 h 1257"/>
                  <a:gd name="connsiteX2" fmla="*/ 185 w 5935"/>
                  <a:gd name="connsiteY2" fmla="*/ 1257 h 1257"/>
                  <a:gd name="connsiteX3" fmla="*/ 5935 w 5935"/>
                  <a:gd name="connsiteY3" fmla="*/ 1257 h 1257"/>
                  <a:gd name="connsiteX4" fmla="*/ 5935 w 5935"/>
                  <a:gd name="connsiteY4" fmla="*/ 1094 h 1257"/>
                  <a:gd name="connsiteX5" fmla="*/ 3314 w 5935"/>
                  <a:gd name="connsiteY5" fmla="*/ 0 h 1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935" h="1257">
                    <a:moveTo>
                      <a:pt x="3314" y="0"/>
                    </a:moveTo>
                    <a:lnTo>
                      <a:pt x="0" y="695"/>
                    </a:lnTo>
                    <a:cubicBezTo>
                      <a:pt x="51" y="884"/>
                      <a:pt x="134" y="1068"/>
                      <a:pt x="185" y="1257"/>
                    </a:cubicBezTo>
                    <a:lnTo>
                      <a:pt x="5935" y="1257"/>
                    </a:lnTo>
                    <a:lnTo>
                      <a:pt x="5935" y="1094"/>
                    </a:lnTo>
                    <a:lnTo>
                      <a:pt x="3314" y="0"/>
                    </a:lnTo>
                  </a:path>
                </a:pathLst>
              </a:custGeom>
              <a:solidFill>
                <a:schemeClr val="accent2">
                  <a:lumMod val="25000"/>
                  <a:lumOff val="75000"/>
                  <a:alpha val="32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7" name="자유형: 도형 26"/>
              <p:cNvSpPr/>
              <p:nvPr/>
            </p:nvSpPr>
            <p:spPr>
              <a:xfrm>
                <a:off x="-1" y="0"/>
                <a:ext cx="1281830" cy="3138040"/>
              </a:xfrm>
              <a:custGeom>
                <a:avLst/>
                <a:gdLst/>
                <a:ahLst/>
                <a:cxnLst>
                  <a:cxn ang="0">
                    <a:pos x="372" y="0"/>
                  </a:cxn>
                  <a:cxn ang="0">
                    <a:pos x="1" y="0"/>
                  </a:cxn>
                  <a:cxn ang="0">
                    <a:pos x="0" y="2121"/>
                  </a:cxn>
                  <a:cxn ang="0">
                    <a:pos x="1078" y="2609"/>
                  </a:cxn>
                  <a:cxn ang="0">
                    <a:pos x="372" y="0"/>
                  </a:cxn>
                </a:cxnLst>
                <a:rect l="0" t="0" r="r" b="b"/>
                <a:pathLst>
                  <a:path w="1078" h="2609">
                    <a:moveTo>
                      <a:pt x="372" y="0"/>
                    </a:moveTo>
                    <a:lnTo>
                      <a:pt x="1" y="0"/>
                    </a:lnTo>
                    <a:lnTo>
                      <a:pt x="0" y="2121"/>
                    </a:lnTo>
                    <a:lnTo>
                      <a:pt x="1078" y="2609"/>
                    </a:lnTo>
                    <a:lnTo>
                      <a:pt x="372" y="0"/>
                    </a:lnTo>
                  </a:path>
                </a:pathLst>
              </a:custGeom>
              <a:solidFill>
                <a:schemeClr val="accent1">
                  <a:alpha val="75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8" name="자유형: 도형 27"/>
              <p:cNvSpPr/>
              <p:nvPr/>
            </p:nvSpPr>
            <p:spPr>
              <a:xfrm>
                <a:off x="0" y="3143248"/>
                <a:ext cx="2088010" cy="3477128"/>
              </a:xfrm>
              <a:custGeom>
                <a:avLst/>
                <a:gdLst>
                  <a:gd name="connsiteX0" fmla="*/ 1074 w 1779"/>
                  <a:gd name="connsiteY0" fmla="*/ 0 h 2893"/>
                  <a:gd name="connsiteX1" fmla="*/ 0 w 1779"/>
                  <a:gd name="connsiteY1" fmla="*/ 2893 h 2893"/>
                  <a:gd name="connsiteX2" fmla="*/ 1779 w 1779"/>
                  <a:gd name="connsiteY2" fmla="*/ 2604 h 2893"/>
                  <a:gd name="connsiteX3" fmla="*/ 1074 w 1779"/>
                  <a:gd name="connsiteY3" fmla="*/ 0 h 2893"/>
                  <a:gd name="connsiteX0" fmla="*/ 1074 w 1755"/>
                  <a:gd name="connsiteY0" fmla="*/ 0 h 2893"/>
                  <a:gd name="connsiteX1" fmla="*/ 0 w 1755"/>
                  <a:gd name="connsiteY1" fmla="*/ 2893 h 2893"/>
                  <a:gd name="connsiteX2" fmla="*/ 1755 w 1755"/>
                  <a:gd name="connsiteY2" fmla="*/ 2525 h 2893"/>
                  <a:gd name="connsiteX3" fmla="*/ 1074 w 1755"/>
                  <a:gd name="connsiteY3" fmla="*/ 0 h 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5" h="2893">
                    <a:moveTo>
                      <a:pt x="1074" y="0"/>
                    </a:moveTo>
                    <a:lnTo>
                      <a:pt x="0" y="2893"/>
                    </a:lnTo>
                    <a:lnTo>
                      <a:pt x="1755" y="2525"/>
                    </a:lnTo>
                    <a:lnTo>
                      <a:pt x="1074" y="0"/>
                    </a:lnTo>
                  </a:path>
                </a:pathLst>
              </a:custGeom>
              <a:solidFill>
                <a:schemeClr val="accent2">
                  <a:lumMod val="50000"/>
                  <a:lumOff val="50000"/>
                  <a:alpha val="25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29" name="자유형: 도형 28"/>
              <p:cNvSpPr/>
              <p:nvPr/>
            </p:nvSpPr>
            <p:spPr>
              <a:xfrm>
                <a:off x="1" y="2551106"/>
                <a:ext cx="1285398" cy="4121532"/>
              </a:xfrm>
              <a:custGeom>
                <a:avLst/>
                <a:gdLst>
                  <a:gd name="connsiteX0" fmla="*/ 0 w 1081"/>
                  <a:gd name="connsiteY0" fmla="*/ 0 h 3427"/>
                  <a:gd name="connsiteX1" fmla="*/ 0 w 1081"/>
                  <a:gd name="connsiteY1" fmla="*/ 3427 h 3427"/>
                  <a:gd name="connsiteX2" fmla="*/ 1081 w 1081"/>
                  <a:gd name="connsiteY2" fmla="*/ 490 h 3427"/>
                  <a:gd name="connsiteX3" fmla="*/ 0 w 1081"/>
                  <a:gd name="connsiteY3" fmla="*/ 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1" h="3427">
                    <a:moveTo>
                      <a:pt x="0" y="0"/>
                    </a:moveTo>
                    <a:lnTo>
                      <a:pt x="0" y="3427"/>
                    </a:lnTo>
                    <a:lnTo>
                      <a:pt x="1081" y="49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accent3">
                  <a:lumMod val="40000"/>
                  <a:lumOff val="60000"/>
                  <a:alpha val="5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</p:grp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52463" y="4772044"/>
            <a:ext cx="8680109" cy="566738"/>
          </a:xfrm>
        </p:spPr>
        <p:txBody>
          <a:bodyPr anchor="b"/>
          <a:lstStyle>
            <a:lvl1pPr algn="l">
              <a:defRPr sz="20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 noTextEdit="1"/>
          </p:cNvSpPr>
          <p:nvPr>
            <p:ph type="pic" idx="1"/>
          </p:nvPr>
        </p:nvSpPr>
        <p:spPr>
          <a:xfrm>
            <a:off x="952463" y="584219"/>
            <a:ext cx="868010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 lang="ko-KR" altLang="en-US"/>
            </a:pPr>
            <a:r>
              <a:rPr lang="ko-KR" altLang="en-US"/>
              <a:t>그림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952463" y="5338782"/>
            <a:ext cx="868010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18" name="날짜 개체 틀 17"/>
          <p:cNvSpPr>
            <a:spLocks noGrp="1"/>
          </p:cNvSpPr>
          <p:nvPr>
            <p:ph type="dt" sz="half" idx="10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8C9FE912-2C94-4152-970B-97CA7CEA7709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19" name="바닥글 개체 틀 18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30" name="슬라이드 번호 개체 틀 29"/>
          <p:cNvSpPr>
            <a:spLocks noGrp="1"/>
          </p:cNvSpPr>
          <p:nvPr>
            <p:ph type="sldNum" sz="quarter" idx="4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간지" type="objOnly" preserve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그룹 5"/>
          <p:cNvGrpSpPr/>
          <p:nvPr/>
        </p:nvGrpSpPr>
        <p:grpSpPr>
          <a:xfrm>
            <a:off x="-73151" y="3141915"/>
            <a:ext cx="12305046" cy="3716088"/>
            <a:chOff x="-28573" y="3141915"/>
            <a:chExt cx="9202494" cy="3716088"/>
          </a:xfrm>
        </p:grpSpPr>
        <p:sp>
          <p:nvSpPr>
            <p:cNvPr id="7" name="자유형: 도형 6"/>
            <p:cNvSpPr/>
            <p:nvPr/>
          </p:nvSpPr>
          <p:spPr>
            <a:xfrm rot="10800000" flipH="1">
              <a:off x="13414" y="5642418"/>
              <a:ext cx="3665145" cy="1074154"/>
            </a:xfrm>
            <a:custGeom>
              <a:avLst/>
              <a:gdLst>
                <a:gd name="connsiteX0" fmla="*/ 0 w 2715"/>
                <a:gd name="connsiteY0" fmla="*/ 0 h 1458"/>
                <a:gd name="connsiteX1" fmla="*/ 0 w 2715"/>
                <a:gd name="connsiteY1" fmla="*/ 1458 h 1458"/>
                <a:gd name="connsiteX2" fmla="*/ 2715 w 2715"/>
                <a:gd name="connsiteY2" fmla="*/ 909 h 1458"/>
                <a:gd name="connsiteX3" fmla="*/ 0 w 2715"/>
                <a:gd name="connsiteY3" fmla="*/ 0 h 1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715" h="1458">
                  <a:moveTo>
                    <a:pt x="0" y="0"/>
                  </a:moveTo>
                  <a:lnTo>
                    <a:pt x="0" y="1458"/>
                  </a:lnTo>
                  <a:lnTo>
                    <a:pt x="2715" y="909"/>
                  </a:lnTo>
                  <a:lnTo>
                    <a:pt x="0" y="0"/>
                  </a:lnTo>
                </a:path>
              </a:pathLst>
            </a:custGeom>
            <a:solidFill>
              <a:schemeClr val="accent1">
                <a:lumMod val="40000"/>
                <a:lumOff val="60000"/>
                <a:alpha val="58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8" name="자유형: 도형 7"/>
            <p:cNvSpPr/>
            <p:nvPr/>
          </p:nvSpPr>
          <p:spPr>
            <a:xfrm rot="10800000" flipH="1">
              <a:off x="8017" y="6050481"/>
              <a:ext cx="9154154" cy="807522"/>
            </a:xfrm>
            <a:custGeom>
              <a:avLst/>
              <a:gdLst>
                <a:gd name="connsiteX0" fmla="*/ 6774 w 6774"/>
                <a:gd name="connsiteY0" fmla="*/ 0 h 1097"/>
                <a:gd name="connsiteX1" fmla="*/ 0 w 6774"/>
                <a:gd name="connsiteY1" fmla="*/ 0 h 1097"/>
                <a:gd name="connsiteX2" fmla="*/ 0 w 6774"/>
                <a:gd name="connsiteY2" fmla="*/ 194 h 1097"/>
                <a:gd name="connsiteX3" fmla="*/ 2700 w 6774"/>
                <a:gd name="connsiteY3" fmla="*/ 1097 h 1097"/>
                <a:gd name="connsiteX4" fmla="*/ 6774 w 6774"/>
                <a:gd name="connsiteY4" fmla="*/ 282 h 1097"/>
                <a:gd name="connsiteX5" fmla="*/ 6774 w 6774"/>
                <a:gd name="connsiteY5" fmla="*/ 0 h 10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6774" h="1097">
                  <a:moveTo>
                    <a:pt x="6774" y="0"/>
                  </a:moveTo>
                  <a:lnTo>
                    <a:pt x="0" y="0"/>
                  </a:lnTo>
                  <a:lnTo>
                    <a:pt x="0" y="194"/>
                  </a:lnTo>
                  <a:lnTo>
                    <a:pt x="2700" y="1097"/>
                  </a:lnTo>
                  <a:lnTo>
                    <a:pt x="6774" y="282"/>
                  </a:lnTo>
                  <a:lnTo>
                    <a:pt x="6774" y="0"/>
                  </a:lnTo>
                </a:path>
              </a:pathLst>
            </a:custGeom>
            <a:solidFill>
              <a:schemeClr val="accent1">
                <a:alpha val="7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 rot="10800000">
              <a:off x="3672466" y="5238365"/>
              <a:ext cx="5490588" cy="1410652"/>
            </a:xfrm>
            <a:custGeom>
              <a:avLst/>
              <a:gdLst>
                <a:gd name="connsiteX0" fmla="*/ 5486400 w 5486400"/>
                <a:gd name="connsiteY0" fmla="*/ 1085850 h 2571750"/>
                <a:gd name="connsiteX1" fmla="*/ 0 w 5486400"/>
                <a:gd name="connsiteY1" fmla="*/ 0 h 2571750"/>
                <a:gd name="connsiteX2" fmla="*/ 0 w 5486400"/>
                <a:gd name="connsiteY2" fmla="*/ 95250 h 2571750"/>
                <a:gd name="connsiteX3" fmla="*/ 923925 w 5486400"/>
                <a:gd name="connsiteY3" fmla="*/ 2571750 h 2571750"/>
                <a:gd name="connsiteX4" fmla="*/ 5486400 w 5486400"/>
                <a:gd name="connsiteY4" fmla="*/ 1085850 h 257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486400" h="2571750">
                  <a:moveTo>
                    <a:pt x="5486400" y="1085850"/>
                  </a:moveTo>
                  <a:lnTo>
                    <a:pt x="0" y="0"/>
                  </a:lnTo>
                  <a:lnTo>
                    <a:pt x="0" y="95250"/>
                  </a:lnTo>
                  <a:lnTo>
                    <a:pt x="923925" y="2571750"/>
                  </a:lnTo>
                  <a:lnTo>
                    <a:pt x="5486400" y="1085850"/>
                  </a:lnTo>
                </a:path>
              </a:pathLst>
            </a:custGeom>
            <a:solidFill>
              <a:srgbClr val="B6B8BA">
                <a:alpha val="38000"/>
              </a:srgb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/>
            <p:nvPr/>
          </p:nvSpPr>
          <p:spPr>
            <a:xfrm rot="10800000">
              <a:off x="8223873" y="5072085"/>
              <a:ext cx="931774" cy="1548196"/>
            </a:xfrm>
            <a:custGeom>
              <a:avLst/>
              <a:gdLst>
                <a:gd name="connsiteX0" fmla="*/ 0 w 571472"/>
                <a:gd name="connsiteY0" fmla="*/ 3000396 h 3000396"/>
                <a:gd name="connsiteX1" fmla="*/ 0 w 571472"/>
                <a:gd name="connsiteY1" fmla="*/ 0 h 3000396"/>
                <a:gd name="connsiteX2" fmla="*/ 571472 w 571472"/>
                <a:gd name="connsiteY2" fmla="*/ 3000396 h 3000396"/>
                <a:gd name="connsiteX3" fmla="*/ 0 w 571472"/>
                <a:gd name="connsiteY3" fmla="*/ 3000396 h 3000396"/>
                <a:gd name="connsiteX0" fmla="*/ 0 w 928630"/>
                <a:gd name="connsiteY0" fmla="*/ 3000396 h 3000396"/>
                <a:gd name="connsiteX1" fmla="*/ 0 w 928630"/>
                <a:gd name="connsiteY1" fmla="*/ 0 h 3000396"/>
                <a:gd name="connsiteX2" fmla="*/ 928630 w 928630"/>
                <a:gd name="connsiteY2" fmla="*/ 2500306 h 3000396"/>
                <a:gd name="connsiteX3" fmla="*/ 0 w 928630"/>
                <a:gd name="connsiteY3" fmla="*/ 3000396 h 3000396"/>
                <a:gd name="connsiteX0" fmla="*/ 9525 w 938155"/>
                <a:gd name="connsiteY0" fmla="*/ 3067050 h 3067050"/>
                <a:gd name="connsiteX1" fmla="*/ 0 w 938155"/>
                <a:gd name="connsiteY1" fmla="*/ 0 h 3067050"/>
                <a:gd name="connsiteX2" fmla="*/ 938155 w 938155"/>
                <a:gd name="connsiteY2" fmla="*/ 2566960 h 3067050"/>
                <a:gd name="connsiteX3" fmla="*/ 9525 w 938155"/>
                <a:gd name="connsiteY3" fmla="*/ 3067050 h 3067050"/>
                <a:gd name="connsiteX0" fmla="*/ 9525 w 928656"/>
                <a:gd name="connsiteY0" fmla="*/ 3067050 h 3067050"/>
                <a:gd name="connsiteX1" fmla="*/ 0 w 928656"/>
                <a:gd name="connsiteY1" fmla="*/ 0 h 3067050"/>
                <a:gd name="connsiteX2" fmla="*/ 928656 w 928656"/>
                <a:gd name="connsiteY2" fmla="*/ 2509813 h 3067050"/>
                <a:gd name="connsiteX3" fmla="*/ 9525 w 928656"/>
                <a:gd name="connsiteY3" fmla="*/ 3067050 h 3067050"/>
                <a:gd name="connsiteX0" fmla="*/ 9525 w 928656"/>
                <a:gd name="connsiteY0" fmla="*/ 2709836 h 2709836"/>
                <a:gd name="connsiteX1" fmla="*/ 0 w 928656"/>
                <a:gd name="connsiteY1" fmla="*/ 0 h 2709836"/>
                <a:gd name="connsiteX2" fmla="*/ 928656 w 928656"/>
                <a:gd name="connsiteY2" fmla="*/ 2509813 h 2709836"/>
                <a:gd name="connsiteX3" fmla="*/ 9525 w 928656"/>
                <a:gd name="connsiteY3" fmla="*/ 2709836 h 2709836"/>
                <a:gd name="connsiteX0" fmla="*/ 9525 w 928656"/>
                <a:gd name="connsiteY0" fmla="*/ 2781250 h 2781250"/>
                <a:gd name="connsiteX1" fmla="*/ 0 w 928656"/>
                <a:gd name="connsiteY1" fmla="*/ 0 h 2781250"/>
                <a:gd name="connsiteX2" fmla="*/ 928656 w 928656"/>
                <a:gd name="connsiteY2" fmla="*/ 2509813 h 2781250"/>
                <a:gd name="connsiteX3" fmla="*/ 9525 w 928656"/>
                <a:gd name="connsiteY3" fmla="*/ 2781250 h 2781250"/>
                <a:gd name="connsiteX0" fmla="*/ 9525 w 928656"/>
                <a:gd name="connsiteY0" fmla="*/ 2924102 h 2924102"/>
                <a:gd name="connsiteX1" fmla="*/ 0 w 928656"/>
                <a:gd name="connsiteY1" fmla="*/ 0 h 2924102"/>
                <a:gd name="connsiteX2" fmla="*/ 928656 w 928656"/>
                <a:gd name="connsiteY2" fmla="*/ 2509813 h 2924102"/>
                <a:gd name="connsiteX3" fmla="*/ 9525 w 928656"/>
                <a:gd name="connsiteY3" fmla="*/ 2924102 h 2924102"/>
                <a:gd name="connsiteX0" fmla="*/ 9525 w 931063"/>
                <a:gd name="connsiteY0" fmla="*/ 2924102 h 2924102"/>
                <a:gd name="connsiteX1" fmla="*/ 0 w 931063"/>
                <a:gd name="connsiteY1" fmla="*/ 0 h 2924102"/>
                <a:gd name="connsiteX2" fmla="*/ 931063 w 931063"/>
                <a:gd name="connsiteY2" fmla="*/ 2521723 h 2924102"/>
                <a:gd name="connsiteX3" fmla="*/ 9525 w 931063"/>
                <a:gd name="connsiteY3" fmla="*/ 2924102 h 2924102"/>
                <a:gd name="connsiteX0" fmla="*/ 0 w 931063"/>
                <a:gd name="connsiteY0" fmla="*/ 2805040 h 2805040"/>
                <a:gd name="connsiteX1" fmla="*/ 0 w 931063"/>
                <a:gd name="connsiteY1" fmla="*/ 0 h 2805040"/>
                <a:gd name="connsiteX2" fmla="*/ 931063 w 931063"/>
                <a:gd name="connsiteY2" fmla="*/ 2521723 h 2805040"/>
                <a:gd name="connsiteX3" fmla="*/ 0 w 931063"/>
                <a:gd name="connsiteY3" fmla="*/ 2805040 h 2805040"/>
                <a:gd name="connsiteX0" fmla="*/ 6350 w 931063"/>
                <a:gd name="connsiteY0" fmla="*/ 2822504 h 2822504"/>
                <a:gd name="connsiteX1" fmla="*/ 0 w 931063"/>
                <a:gd name="connsiteY1" fmla="*/ 0 h 2822504"/>
                <a:gd name="connsiteX2" fmla="*/ 931063 w 931063"/>
                <a:gd name="connsiteY2" fmla="*/ 2521723 h 2822504"/>
                <a:gd name="connsiteX3" fmla="*/ 6350 w 931063"/>
                <a:gd name="connsiteY3" fmla="*/ 2822504 h 28225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31063" h="2822504">
                  <a:moveTo>
                    <a:pt x="6350" y="2822504"/>
                  </a:moveTo>
                  <a:cubicBezTo>
                    <a:pt x="4233" y="1881669"/>
                    <a:pt x="2117" y="940835"/>
                    <a:pt x="0" y="0"/>
                  </a:cubicBezTo>
                  <a:lnTo>
                    <a:pt x="931063" y="2521723"/>
                  </a:lnTo>
                  <a:lnTo>
                    <a:pt x="6350" y="2822504"/>
                  </a:lnTo>
                </a:path>
              </a:pathLst>
            </a:custGeom>
            <a:solidFill>
              <a:schemeClr val="accent2">
                <a:lumMod val="50000"/>
                <a:lumOff val="50000"/>
                <a:alpha val="65000"/>
              </a:scheme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/>
            <p:nvPr/>
          </p:nvSpPr>
          <p:spPr>
            <a:xfrm rot="16200000">
              <a:off x="2776226" y="337116"/>
              <a:ext cx="3592895" cy="9202494"/>
            </a:xfrm>
            <a:custGeom>
              <a:avLst/>
              <a:gdLst>
                <a:gd name="connsiteX0" fmla="*/ 0 w 500066"/>
                <a:gd name="connsiteY0" fmla="*/ 6858000 h 6858000"/>
                <a:gd name="connsiteX1" fmla="*/ 250033 w 500066"/>
                <a:gd name="connsiteY1" fmla="*/ 0 h 6858000"/>
                <a:gd name="connsiteX2" fmla="*/ 500066 w 500066"/>
                <a:gd name="connsiteY2" fmla="*/ 6858000 h 6858000"/>
                <a:gd name="connsiteX3" fmla="*/ 0 w 500066"/>
                <a:gd name="connsiteY3" fmla="*/ 6858000 h 6858000"/>
                <a:gd name="connsiteX0" fmla="*/ 1638757 w 2138823"/>
                <a:gd name="connsiteY0" fmla="*/ 6876288 h 6876288"/>
                <a:gd name="connsiteX1" fmla="*/ 0 w 2138823"/>
                <a:gd name="connsiteY1" fmla="*/ 0 h 6876288"/>
                <a:gd name="connsiteX2" fmla="*/ 2138823 w 2138823"/>
                <a:gd name="connsiteY2" fmla="*/ 6876288 h 6876288"/>
                <a:gd name="connsiteX3" fmla="*/ 1638757 w 2138823"/>
                <a:gd name="connsiteY3" fmla="*/ 6876288 h 6876288"/>
                <a:gd name="connsiteX0" fmla="*/ 1662729 w 2162795"/>
                <a:gd name="connsiteY0" fmla="*/ 6885432 h 6885432"/>
                <a:gd name="connsiteX1" fmla="*/ 0 w 2162795"/>
                <a:gd name="connsiteY1" fmla="*/ 0 h 6885432"/>
                <a:gd name="connsiteX2" fmla="*/ 2162795 w 2162795"/>
                <a:gd name="connsiteY2" fmla="*/ 6885432 h 6885432"/>
                <a:gd name="connsiteX3" fmla="*/ 1662729 w 2162795"/>
                <a:gd name="connsiteY3" fmla="*/ 6885432 h 6885432"/>
                <a:gd name="connsiteX0" fmla="*/ 1662729 w 3592895"/>
                <a:gd name="connsiteY0" fmla="*/ 6885432 h 6899132"/>
                <a:gd name="connsiteX1" fmla="*/ 0 w 3592895"/>
                <a:gd name="connsiteY1" fmla="*/ 0 h 6899132"/>
                <a:gd name="connsiteX2" fmla="*/ 3592895 w 3592895"/>
                <a:gd name="connsiteY2" fmla="*/ 6899132 h 6899132"/>
                <a:gd name="connsiteX3" fmla="*/ 1662729 w 3592895"/>
                <a:gd name="connsiteY3" fmla="*/ 6885432 h 68991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592895" h="6899132">
                  <a:moveTo>
                    <a:pt x="1662729" y="6885432"/>
                  </a:moveTo>
                  <a:lnTo>
                    <a:pt x="0" y="0"/>
                  </a:lnTo>
                  <a:lnTo>
                    <a:pt x="3592895" y="6899132"/>
                  </a:lnTo>
                  <a:lnTo>
                    <a:pt x="1662729" y="6885432"/>
                  </a:lnTo>
                </a:path>
              </a:pathLst>
            </a:custGeom>
            <a:solidFill>
              <a:schemeClr val="accent1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330199" y="2673355"/>
            <a:ext cx="11531599" cy="1470025"/>
          </a:xfrm>
        </p:spPr>
        <p:txBody>
          <a:bodyPr/>
          <a:lstStyle>
            <a:lvl1pPr algn="ctr">
              <a:defRPr sz="5400" b="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609599" y="6356350"/>
            <a:ext cx="2844799" cy="365125"/>
          </a:xfrm>
        </p:spPr>
        <p:txBody>
          <a:bodyPr/>
          <a:lstStyle/>
          <a:p>
            <a:pPr>
              <a:defRPr lang="ko-KR" altLang="en-US"/>
            </a:pPr>
            <a:fld id="{10BF683E-EC8C-4F1E-8017-25E57E2CE77B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4165599" y="6356350"/>
            <a:ext cx="3860799" cy="365125"/>
          </a:xfrm>
        </p:spPr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>
          <a:xfrm>
            <a:off x="8737599" y="6356350"/>
            <a:ext cx="2844799" cy="365125"/>
          </a:xfrm>
        </p:spPr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목차" type="clipArtAndTx" preserve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>
            <a:off x="-1" y="0"/>
            <a:ext cx="12192001" cy="6858001"/>
            <a:chOff x="-1" y="0"/>
            <a:chExt cx="9144001" cy="6858001"/>
          </a:xfrm>
        </p:grpSpPr>
        <p:sp>
          <p:nvSpPr>
            <p:cNvPr id="8" name="자유형: 도형 7"/>
            <p:cNvSpPr/>
            <p:nvPr/>
          </p:nvSpPr>
          <p:spPr>
            <a:xfrm>
              <a:off x="0" y="6184705"/>
              <a:ext cx="2309196" cy="673295"/>
            </a:xfrm>
            <a:custGeom>
              <a:avLst/>
              <a:gdLst>
                <a:gd name="connsiteX0" fmla="*/ 1754 w 1942"/>
                <a:gd name="connsiteY0" fmla="*/ 0 h 560"/>
                <a:gd name="connsiteX1" fmla="*/ 0 w 1942"/>
                <a:gd name="connsiteY1" fmla="*/ 367 h 560"/>
                <a:gd name="connsiteX2" fmla="*/ 0 w 1942"/>
                <a:gd name="connsiteY2" fmla="*/ 560 h 560"/>
                <a:gd name="connsiteX3" fmla="*/ 1942 w 1942"/>
                <a:gd name="connsiteY3" fmla="*/ 560 h 560"/>
                <a:gd name="connsiteX4" fmla="*/ 1754 w 1942"/>
                <a:gd name="connsiteY4" fmla="*/ 0 h 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2" h="560">
                  <a:moveTo>
                    <a:pt x="1754" y="0"/>
                  </a:moveTo>
                  <a:lnTo>
                    <a:pt x="0" y="367"/>
                  </a:lnTo>
                  <a:lnTo>
                    <a:pt x="0" y="560"/>
                  </a:lnTo>
                  <a:lnTo>
                    <a:pt x="1942" y="560"/>
                  </a:lnTo>
                  <a:cubicBezTo>
                    <a:pt x="1879" y="373"/>
                    <a:pt x="1817" y="187"/>
                    <a:pt x="1754" y="0"/>
                  </a:cubicBezTo>
                </a:path>
              </a:pathLst>
            </a:custGeom>
            <a:solidFill>
              <a:srgbClr val="B6B8BA">
                <a:alpha val="49000"/>
              </a:srgb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grpSp>
          <p:nvGrpSpPr>
            <p:cNvPr id="9" name="그룹 8"/>
            <p:cNvGrpSpPr/>
            <p:nvPr/>
          </p:nvGrpSpPr>
          <p:grpSpPr>
            <a:xfrm>
              <a:off x="-1" y="0"/>
              <a:ext cx="9144001" cy="6858001"/>
              <a:chOff x="-1" y="0"/>
              <a:chExt cx="9144001" cy="6858001"/>
            </a:xfrm>
          </p:grpSpPr>
          <p:sp>
            <p:nvSpPr>
              <p:cNvPr id="10" name="자유형: 도형 9"/>
              <p:cNvSpPr/>
              <p:nvPr/>
            </p:nvSpPr>
            <p:spPr>
              <a:xfrm>
                <a:off x="428023" y="0"/>
                <a:ext cx="2026194" cy="3135635"/>
              </a:xfrm>
              <a:custGeom>
                <a:avLst/>
                <a:gdLst/>
                <a:ahLst/>
                <a:cxnLst>
                  <a:cxn ang="0">
                    <a:pos x="1704" y="0"/>
                  </a:cxn>
                  <a:cxn ang="0">
                    <a:pos x="0" y="0"/>
                  </a:cxn>
                  <a:cxn ang="0">
                    <a:pos x="711" y="2609"/>
                  </a:cxn>
                  <a:cxn ang="0">
                    <a:pos x="1704" y="0"/>
                  </a:cxn>
                </a:cxnLst>
                <a:rect l="0" t="0" r="r" b="b"/>
                <a:pathLst>
                  <a:path w="1704" h="2609">
                    <a:moveTo>
                      <a:pt x="1704" y="0"/>
                    </a:moveTo>
                    <a:lnTo>
                      <a:pt x="0" y="0"/>
                    </a:lnTo>
                    <a:lnTo>
                      <a:pt x="711" y="2609"/>
                    </a:lnTo>
                    <a:lnTo>
                      <a:pt x="1704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1" name="자유형: 도형 10"/>
              <p:cNvSpPr/>
              <p:nvPr/>
            </p:nvSpPr>
            <p:spPr>
              <a:xfrm>
                <a:off x="6028605" y="4696234"/>
                <a:ext cx="3115394" cy="1976604"/>
              </a:xfrm>
              <a:custGeom>
                <a:avLst/>
                <a:gdLst>
                  <a:gd name="connsiteX0" fmla="*/ 2610 w 2610"/>
                  <a:gd name="connsiteY0" fmla="*/ 0 h 1645"/>
                  <a:gd name="connsiteX1" fmla="*/ 0 w 2610"/>
                  <a:gd name="connsiteY1" fmla="*/ 535 h 1645"/>
                  <a:gd name="connsiteX2" fmla="*/ 2610 w 2610"/>
                  <a:gd name="connsiteY2" fmla="*/ 1645 h 1645"/>
                  <a:gd name="connsiteX3" fmla="*/ 2610 w 2610"/>
                  <a:gd name="connsiteY3" fmla="*/ 0 h 1645"/>
                  <a:gd name="connsiteX0" fmla="*/ 2620 w 2620"/>
                  <a:gd name="connsiteY0" fmla="*/ 0 h 1645"/>
                  <a:gd name="connsiteX1" fmla="*/ 0 w 2620"/>
                  <a:gd name="connsiteY1" fmla="*/ 541 h 1645"/>
                  <a:gd name="connsiteX2" fmla="*/ 2620 w 2620"/>
                  <a:gd name="connsiteY2" fmla="*/ 1645 h 1645"/>
                  <a:gd name="connsiteX3" fmla="*/ 2620 w 2620"/>
                  <a:gd name="connsiteY3" fmla="*/ 0 h 1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20" h="1645">
                    <a:moveTo>
                      <a:pt x="2620" y="0"/>
                    </a:moveTo>
                    <a:lnTo>
                      <a:pt x="0" y="541"/>
                    </a:lnTo>
                    <a:lnTo>
                      <a:pt x="2620" y="1645"/>
                    </a:lnTo>
                    <a:lnTo>
                      <a:pt x="2620" y="0"/>
                    </a:lnTo>
                  </a:path>
                </a:pathLst>
              </a:custGeom>
              <a:solidFill>
                <a:srgbClr val="B6B8BA">
                  <a:alpha val="59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2" name="자유형: 도형 11"/>
              <p:cNvSpPr/>
              <p:nvPr/>
            </p:nvSpPr>
            <p:spPr>
              <a:xfrm>
                <a:off x="2089194" y="5345523"/>
                <a:ext cx="7054806" cy="1512478"/>
              </a:xfrm>
              <a:custGeom>
                <a:avLst/>
                <a:gdLst>
                  <a:gd name="connsiteX0" fmla="*/ 3491 w 5944"/>
                  <a:gd name="connsiteY0" fmla="*/ 0 h 1293"/>
                  <a:gd name="connsiteX1" fmla="*/ 0 w 5944"/>
                  <a:gd name="connsiteY1" fmla="*/ 743 h 1293"/>
                  <a:gd name="connsiteX2" fmla="*/ 194 w 5944"/>
                  <a:gd name="connsiteY2" fmla="*/ 1293 h 1293"/>
                  <a:gd name="connsiteX3" fmla="*/ 5944 w 5944"/>
                  <a:gd name="connsiteY3" fmla="*/ 1293 h 1293"/>
                  <a:gd name="connsiteX4" fmla="*/ 5944 w 5944"/>
                  <a:gd name="connsiteY4" fmla="*/ 1130 h 1293"/>
                  <a:gd name="connsiteX5" fmla="*/ 3491 w 5944"/>
                  <a:gd name="connsiteY5" fmla="*/ 0 h 1293"/>
                  <a:gd name="connsiteX0" fmla="*/ 3347 w 5944"/>
                  <a:gd name="connsiteY0" fmla="*/ 0 h 1264"/>
                  <a:gd name="connsiteX1" fmla="*/ 0 w 5944"/>
                  <a:gd name="connsiteY1" fmla="*/ 714 h 1264"/>
                  <a:gd name="connsiteX2" fmla="*/ 194 w 5944"/>
                  <a:gd name="connsiteY2" fmla="*/ 1264 h 1264"/>
                  <a:gd name="connsiteX3" fmla="*/ 5944 w 5944"/>
                  <a:gd name="connsiteY3" fmla="*/ 1264 h 1264"/>
                  <a:gd name="connsiteX4" fmla="*/ 5944 w 5944"/>
                  <a:gd name="connsiteY4" fmla="*/ 1101 h 1264"/>
                  <a:gd name="connsiteX5" fmla="*/ 3347 w 5944"/>
                  <a:gd name="connsiteY5" fmla="*/ 0 h 1264"/>
                  <a:gd name="connsiteX0" fmla="*/ 3323 w 5944"/>
                  <a:gd name="connsiteY0" fmla="*/ 0 h 1257"/>
                  <a:gd name="connsiteX1" fmla="*/ 0 w 5944"/>
                  <a:gd name="connsiteY1" fmla="*/ 707 h 1257"/>
                  <a:gd name="connsiteX2" fmla="*/ 194 w 5944"/>
                  <a:gd name="connsiteY2" fmla="*/ 1257 h 1257"/>
                  <a:gd name="connsiteX3" fmla="*/ 5944 w 5944"/>
                  <a:gd name="connsiteY3" fmla="*/ 1257 h 1257"/>
                  <a:gd name="connsiteX4" fmla="*/ 5944 w 5944"/>
                  <a:gd name="connsiteY4" fmla="*/ 1094 h 1257"/>
                  <a:gd name="connsiteX5" fmla="*/ 3323 w 5944"/>
                  <a:gd name="connsiteY5" fmla="*/ 0 h 1257"/>
                  <a:gd name="connsiteX0" fmla="*/ 3279 w 5900"/>
                  <a:gd name="connsiteY0" fmla="*/ 0 h 1257"/>
                  <a:gd name="connsiteX1" fmla="*/ 0 w 5900"/>
                  <a:gd name="connsiteY1" fmla="*/ 687 h 1257"/>
                  <a:gd name="connsiteX2" fmla="*/ 150 w 5900"/>
                  <a:gd name="connsiteY2" fmla="*/ 1257 h 1257"/>
                  <a:gd name="connsiteX3" fmla="*/ 5900 w 5900"/>
                  <a:gd name="connsiteY3" fmla="*/ 1257 h 1257"/>
                  <a:gd name="connsiteX4" fmla="*/ 5900 w 5900"/>
                  <a:gd name="connsiteY4" fmla="*/ 1094 h 1257"/>
                  <a:gd name="connsiteX5" fmla="*/ 3279 w 5900"/>
                  <a:gd name="connsiteY5" fmla="*/ 0 h 1257"/>
                  <a:gd name="connsiteX0" fmla="*/ 3314 w 5935"/>
                  <a:gd name="connsiteY0" fmla="*/ 0 h 1257"/>
                  <a:gd name="connsiteX1" fmla="*/ 0 w 5935"/>
                  <a:gd name="connsiteY1" fmla="*/ 695 h 1257"/>
                  <a:gd name="connsiteX2" fmla="*/ 185 w 5935"/>
                  <a:gd name="connsiteY2" fmla="*/ 1257 h 1257"/>
                  <a:gd name="connsiteX3" fmla="*/ 5935 w 5935"/>
                  <a:gd name="connsiteY3" fmla="*/ 1257 h 1257"/>
                  <a:gd name="connsiteX4" fmla="*/ 5935 w 5935"/>
                  <a:gd name="connsiteY4" fmla="*/ 1094 h 1257"/>
                  <a:gd name="connsiteX5" fmla="*/ 3314 w 5935"/>
                  <a:gd name="connsiteY5" fmla="*/ 0 h 1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935" h="1257">
                    <a:moveTo>
                      <a:pt x="3314" y="0"/>
                    </a:moveTo>
                    <a:lnTo>
                      <a:pt x="0" y="695"/>
                    </a:lnTo>
                    <a:cubicBezTo>
                      <a:pt x="51" y="884"/>
                      <a:pt x="134" y="1068"/>
                      <a:pt x="185" y="1257"/>
                    </a:cubicBezTo>
                    <a:lnTo>
                      <a:pt x="5935" y="1257"/>
                    </a:lnTo>
                    <a:lnTo>
                      <a:pt x="5935" y="1094"/>
                    </a:lnTo>
                    <a:lnTo>
                      <a:pt x="3314" y="0"/>
                    </a:lnTo>
                  </a:path>
                </a:pathLst>
              </a:custGeom>
              <a:solidFill>
                <a:srgbClr val="B6B8BA">
                  <a:alpha val="49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3" name="자유형: 도형 12"/>
              <p:cNvSpPr/>
              <p:nvPr/>
            </p:nvSpPr>
            <p:spPr>
              <a:xfrm>
                <a:off x="-1" y="0"/>
                <a:ext cx="1281830" cy="3138040"/>
              </a:xfrm>
              <a:custGeom>
                <a:avLst/>
                <a:gdLst/>
                <a:ahLst/>
                <a:cxnLst>
                  <a:cxn ang="0">
                    <a:pos x="372" y="0"/>
                  </a:cxn>
                  <a:cxn ang="0">
                    <a:pos x="1" y="0"/>
                  </a:cxn>
                  <a:cxn ang="0">
                    <a:pos x="0" y="2121"/>
                  </a:cxn>
                  <a:cxn ang="0">
                    <a:pos x="1078" y="2609"/>
                  </a:cxn>
                  <a:cxn ang="0">
                    <a:pos x="372" y="0"/>
                  </a:cxn>
                </a:cxnLst>
                <a:rect l="0" t="0" r="r" b="b"/>
                <a:pathLst>
                  <a:path w="1078" h="2609">
                    <a:moveTo>
                      <a:pt x="372" y="0"/>
                    </a:moveTo>
                    <a:lnTo>
                      <a:pt x="1" y="0"/>
                    </a:lnTo>
                    <a:lnTo>
                      <a:pt x="0" y="2121"/>
                    </a:lnTo>
                    <a:lnTo>
                      <a:pt x="1078" y="2609"/>
                    </a:lnTo>
                    <a:lnTo>
                      <a:pt x="372" y="0"/>
                    </a:lnTo>
                  </a:path>
                </a:pathLst>
              </a:custGeom>
              <a:solidFill>
                <a:schemeClr val="accent1">
                  <a:lumMod val="60000"/>
                  <a:lumOff val="4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4" name="자유형: 도형 13"/>
              <p:cNvSpPr/>
              <p:nvPr/>
            </p:nvSpPr>
            <p:spPr>
              <a:xfrm>
                <a:off x="0" y="3143248"/>
                <a:ext cx="2088010" cy="3477128"/>
              </a:xfrm>
              <a:custGeom>
                <a:avLst/>
                <a:gdLst>
                  <a:gd name="connsiteX0" fmla="*/ 1074 w 1779"/>
                  <a:gd name="connsiteY0" fmla="*/ 0 h 2893"/>
                  <a:gd name="connsiteX1" fmla="*/ 0 w 1779"/>
                  <a:gd name="connsiteY1" fmla="*/ 2893 h 2893"/>
                  <a:gd name="connsiteX2" fmla="*/ 1779 w 1779"/>
                  <a:gd name="connsiteY2" fmla="*/ 2604 h 2893"/>
                  <a:gd name="connsiteX3" fmla="*/ 1074 w 1779"/>
                  <a:gd name="connsiteY3" fmla="*/ 0 h 2893"/>
                  <a:gd name="connsiteX0" fmla="*/ 1074 w 1755"/>
                  <a:gd name="connsiteY0" fmla="*/ 0 h 2893"/>
                  <a:gd name="connsiteX1" fmla="*/ 0 w 1755"/>
                  <a:gd name="connsiteY1" fmla="*/ 2893 h 2893"/>
                  <a:gd name="connsiteX2" fmla="*/ 1755 w 1755"/>
                  <a:gd name="connsiteY2" fmla="*/ 2525 h 2893"/>
                  <a:gd name="connsiteX3" fmla="*/ 1074 w 1755"/>
                  <a:gd name="connsiteY3" fmla="*/ 0 h 28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55" h="2893">
                    <a:moveTo>
                      <a:pt x="1074" y="0"/>
                    </a:moveTo>
                    <a:lnTo>
                      <a:pt x="0" y="2893"/>
                    </a:lnTo>
                    <a:lnTo>
                      <a:pt x="1755" y="2525"/>
                    </a:lnTo>
                    <a:lnTo>
                      <a:pt x="1074" y="0"/>
                    </a:lnTo>
                  </a:path>
                </a:pathLst>
              </a:custGeom>
              <a:solidFill>
                <a:schemeClr val="accent5">
                  <a:alpha val="71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5" name="자유형: 도형 14"/>
              <p:cNvSpPr/>
              <p:nvPr/>
            </p:nvSpPr>
            <p:spPr>
              <a:xfrm>
                <a:off x="1" y="2551106"/>
                <a:ext cx="1285398" cy="4121532"/>
              </a:xfrm>
              <a:custGeom>
                <a:avLst/>
                <a:gdLst>
                  <a:gd name="connsiteX0" fmla="*/ 0 w 1081"/>
                  <a:gd name="connsiteY0" fmla="*/ 0 h 3427"/>
                  <a:gd name="connsiteX1" fmla="*/ 0 w 1081"/>
                  <a:gd name="connsiteY1" fmla="*/ 3427 h 3427"/>
                  <a:gd name="connsiteX2" fmla="*/ 1081 w 1081"/>
                  <a:gd name="connsiteY2" fmla="*/ 490 h 3427"/>
                  <a:gd name="connsiteX3" fmla="*/ 0 w 1081"/>
                  <a:gd name="connsiteY3" fmla="*/ 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1" h="3427">
                    <a:moveTo>
                      <a:pt x="0" y="0"/>
                    </a:moveTo>
                    <a:lnTo>
                      <a:pt x="0" y="3427"/>
                    </a:lnTo>
                    <a:lnTo>
                      <a:pt x="1081" y="49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</p:grpSp>
      </p:grp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542695" y="1121212"/>
            <a:ext cx="7837714" cy="1143000"/>
          </a:xfrm>
        </p:spPr>
        <p:txBody>
          <a:bodyPr/>
          <a:lstStyle>
            <a:lvl1pPr algn="l">
              <a:defRPr sz="4000"/>
            </a:lvl1pPr>
          </a:lstStyle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18" name="텍스트 개체 틀 17"/>
          <p:cNvSpPr>
            <a:spLocks noGrp="1"/>
          </p:cNvSpPr>
          <p:nvPr>
            <p:ph type="body" sz="quarter" idx="14"/>
          </p:nvPr>
        </p:nvSpPr>
        <p:spPr>
          <a:xfrm>
            <a:off x="2542710" y="2286007"/>
            <a:ext cx="7839569" cy="3429009"/>
          </a:xfr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lvl="0">
              <a:defRPr lang="ko-KR" altLang="en-US"/>
            </a:pPr>
            <a:r>
              <a:rPr lang="ko-KR" altLang="en-US"/>
              <a:t>첫째 목차</a:t>
            </a:r>
          </a:p>
          <a:p>
            <a:pPr lvl="0">
              <a:defRPr lang="ko-KR" altLang="en-US"/>
            </a:pPr>
            <a:r>
              <a:rPr lang="ko-KR" altLang="en-US"/>
              <a:t>둘째 목차</a:t>
            </a:r>
          </a:p>
          <a:p>
            <a:pPr lvl="0">
              <a:defRPr lang="ko-KR" altLang="en-US"/>
            </a:pPr>
            <a:r>
              <a:rPr lang="ko-KR" altLang="en-US"/>
              <a:t>셋째 목차</a:t>
            </a:r>
          </a:p>
          <a:p>
            <a:pPr lvl="0">
              <a:defRPr lang="ko-KR" altLang="en-US"/>
            </a:pPr>
            <a:r>
              <a:rPr lang="ko-KR" altLang="en-US"/>
              <a:t>넷째 목차</a:t>
            </a:r>
          </a:p>
          <a:p>
            <a:pPr lvl="0">
              <a:defRPr lang="ko-KR" altLang="en-US"/>
            </a:pPr>
            <a:r>
              <a:rPr lang="ko-KR" altLang="en-US"/>
              <a:t>다섯째 목차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5FDD8E82-9EDF-4A21-8052-950E349A4E6B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세로 제목 및 본문" type="vertTitleAndTx" preserve="1">
  <p:cSld name="세로 제목 및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/>
          <p:cNvGrpSpPr/>
          <p:nvPr/>
        </p:nvGrpSpPr>
        <p:grpSpPr>
          <a:xfrm rot="10800000" flipH="1">
            <a:off x="10430936" y="4214817"/>
            <a:ext cx="1780898" cy="2672210"/>
            <a:chOff x="7830097" y="-3175"/>
            <a:chExt cx="1335674" cy="3646465"/>
          </a:xfrm>
        </p:grpSpPr>
        <p:sp>
          <p:nvSpPr>
            <p:cNvPr id="8" name="자유형: 도형 7"/>
            <p:cNvSpPr/>
            <p:nvPr/>
          </p:nvSpPr>
          <p:spPr>
            <a:xfrm>
              <a:off x="7858910" y="-3175"/>
              <a:ext cx="1290865" cy="2960833"/>
            </a:xfrm>
            <a:custGeom>
              <a:avLst/>
              <a:gdLst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3062 w 2623457"/>
                <a:gd name="connsiteY2" fmla="*/ 0 h 6063342"/>
                <a:gd name="connsiteX3" fmla="*/ 174172 w 2623457"/>
                <a:gd name="connsiteY3" fmla="*/ 0 h 6063342"/>
                <a:gd name="connsiteX4" fmla="*/ 1556657 w 2623457"/>
                <a:gd name="connsiteY4" fmla="*/ 1545771 h 6063342"/>
                <a:gd name="connsiteX5" fmla="*/ 2623457 w 2623457"/>
                <a:gd name="connsiteY5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63342 h 6063342"/>
                <a:gd name="connsiteX1" fmla="*/ 0 w 2623457"/>
                <a:gd name="connsiteY1" fmla="*/ 0 h 6063342"/>
                <a:gd name="connsiteX2" fmla="*/ 174172 w 2623457"/>
                <a:gd name="connsiteY2" fmla="*/ 0 h 6063342"/>
                <a:gd name="connsiteX3" fmla="*/ 1556657 w 2623457"/>
                <a:gd name="connsiteY3" fmla="*/ 1545771 h 6063342"/>
                <a:gd name="connsiteX4" fmla="*/ 2623457 w 2623457"/>
                <a:gd name="connsiteY4" fmla="*/ 6063342 h 6063342"/>
                <a:gd name="connsiteX0" fmla="*/ 2623457 w 2623457"/>
                <a:gd name="connsiteY0" fmla="*/ 6076108 h 6076108"/>
                <a:gd name="connsiteX1" fmla="*/ 0 w 2623457"/>
                <a:gd name="connsiteY1" fmla="*/ 12766 h 6076108"/>
                <a:gd name="connsiteX2" fmla="*/ 183682 w 2623457"/>
                <a:gd name="connsiteY2" fmla="*/ 0 h 6076108"/>
                <a:gd name="connsiteX3" fmla="*/ 1556657 w 2623457"/>
                <a:gd name="connsiteY3" fmla="*/ 1558537 h 6076108"/>
                <a:gd name="connsiteX4" fmla="*/ 2623457 w 2623457"/>
                <a:gd name="connsiteY4" fmla="*/ 6076108 h 6076108"/>
                <a:gd name="connsiteX0" fmla="*/ 2623457 w 2623457"/>
                <a:gd name="connsiteY0" fmla="*/ 6085682 h 6085682"/>
                <a:gd name="connsiteX1" fmla="*/ 0 w 2623457"/>
                <a:gd name="connsiteY1" fmla="*/ 22340 h 6085682"/>
                <a:gd name="connsiteX2" fmla="*/ 667 w 2623457"/>
                <a:gd name="connsiteY2" fmla="*/ 0 h 6085682"/>
                <a:gd name="connsiteX3" fmla="*/ 183682 w 2623457"/>
                <a:gd name="connsiteY3" fmla="*/ 9574 h 6085682"/>
                <a:gd name="connsiteX4" fmla="*/ 1556657 w 2623457"/>
                <a:gd name="connsiteY4" fmla="*/ 1568111 h 6085682"/>
                <a:gd name="connsiteX5" fmla="*/ 2623457 w 2623457"/>
                <a:gd name="connsiteY5" fmla="*/ 6085682 h 6085682"/>
                <a:gd name="connsiteX0" fmla="*/ 3030086 w 3030086"/>
                <a:gd name="connsiteY0" fmla="*/ 7076027 h 7076027"/>
                <a:gd name="connsiteX1" fmla="*/ 406629 w 3030086"/>
                <a:gd name="connsiteY1" fmla="*/ 1012685 h 7076027"/>
                <a:gd name="connsiteX2" fmla="*/ 590311 w 3030086"/>
                <a:gd name="connsiteY2" fmla="*/ 999919 h 7076027"/>
                <a:gd name="connsiteX3" fmla="*/ 1963286 w 3030086"/>
                <a:gd name="connsiteY3" fmla="*/ 2558456 h 7076027"/>
                <a:gd name="connsiteX4" fmla="*/ 3030086 w 3030086"/>
                <a:gd name="connsiteY4" fmla="*/ 7076027 h 7076027"/>
                <a:gd name="connsiteX0" fmla="*/ 2623457 w 2623457"/>
                <a:gd name="connsiteY0" fmla="*/ 6076108 h 6076108"/>
                <a:gd name="connsiteX1" fmla="*/ 0 w 2623457"/>
                <a:gd name="connsiteY1" fmla="*/ 12766 h 6076108"/>
                <a:gd name="connsiteX2" fmla="*/ 183682 w 2623457"/>
                <a:gd name="connsiteY2" fmla="*/ 0 h 6076108"/>
                <a:gd name="connsiteX3" fmla="*/ 1556657 w 2623457"/>
                <a:gd name="connsiteY3" fmla="*/ 1558537 h 6076108"/>
                <a:gd name="connsiteX4" fmla="*/ 2623457 w 2623457"/>
                <a:gd name="connsiteY4" fmla="*/ 6076108 h 6076108"/>
                <a:gd name="connsiteX0" fmla="*/ 2623457 w 2623457"/>
                <a:gd name="connsiteY0" fmla="*/ 6076108 h 6076108"/>
                <a:gd name="connsiteX1" fmla="*/ 0 w 2623457"/>
                <a:gd name="connsiteY1" fmla="*/ 12766 h 6076108"/>
                <a:gd name="connsiteX2" fmla="*/ 183682 w 2623457"/>
                <a:gd name="connsiteY2" fmla="*/ 0 h 6076108"/>
                <a:gd name="connsiteX3" fmla="*/ 1556657 w 2623457"/>
                <a:gd name="connsiteY3" fmla="*/ 1558537 h 6076108"/>
                <a:gd name="connsiteX4" fmla="*/ 2623457 w 2623457"/>
                <a:gd name="connsiteY4" fmla="*/ 6076108 h 6076108"/>
                <a:gd name="connsiteX0" fmla="*/ 2630614 w 2630614"/>
                <a:gd name="connsiteY0" fmla="*/ 6076108 h 6076108"/>
                <a:gd name="connsiteX1" fmla="*/ 0 w 2630614"/>
                <a:gd name="connsiteY1" fmla="*/ 5585 h 6076108"/>
                <a:gd name="connsiteX2" fmla="*/ 190839 w 2630614"/>
                <a:gd name="connsiteY2" fmla="*/ 0 h 6076108"/>
                <a:gd name="connsiteX3" fmla="*/ 1563814 w 2630614"/>
                <a:gd name="connsiteY3" fmla="*/ 1558537 h 6076108"/>
                <a:gd name="connsiteX4" fmla="*/ 2630614 w 2630614"/>
                <a:gd name="connsiteY4" fmla="*/ 6076108 h 6076108"/>
                <a:gd name="connsiteX0" fmla="*/ 2635390 w 2635390"/>
                <a:gd name="connsiteY0" fmla="*/ 6076108 h 6076108"/>
                <a:gd name="connsiteX1" fmla="*/ 0 w 2635390"/>
                <a:gd name="connsiteY1" fmla="*/ 797 h 6076108"/>
                <a:gd name="connsiteX2" fmla="*/ 195615 w 2635390"/>
                <a:gd name="connsiteY2" fmla="*/ 0 h 6076108"/>
                <a:gd name="connsiteX3" fmla="*/ 1568590 w 2635390"/>
                <a:gd name="connsiteY3" fmla="*/ 1558537 h 6076108"/>
                <a:gd name="connsiteX4" fmla="*/ 2635390 w 2635390"/>
                <a:gd name="connsiteY4" fmla="*/ 6076108 h 60761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35390" h="6076108">
                  <a:moveTo>
                    <a:pt x="2635390" y="6076108"/>
                  </a:moveTo>
                  <a:lnTo>
                    <a:pt x="0" y="797"/>
                  </a:lnTo>
                  <a:lnTo>
                    <a:pt x="195615" y="0"/>
                  </a:lnTo>
                  <a:lnTo>
                    <a:pt x="1568590" y="1558537"/>
                  </a:lnTo>
                  <a:lnTo>
                    <a:pt x="2635390" y="6076108"/>
                  </a:lnTo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9" name="자유형: 도형 8"/>
            <p:cNvSpPr/>
            <p:nvPr/>
          </p:nvSpPr>
          <p:spPr>
            <a:xfrm>
              <a:off x="8617016" y="737400"/>
              <a:ext cx="543423" cy="2244786"/>
            </a:xfrm>
            <a:custGeom>
              <a:avLst/>
              <a:gdLst>
                <a:gd name="connsiteX0" fmla="*/ 0 w 1088572"/>
                <a:gd name="connsiteY0" fmla="*/ 0 h 4582886"/>
                <a:gd name="connsiteX1" fmla="*/ 1088572 w 1088572"/>
                <a:gd name="connsiteY1" fmla="*/ 1186543 h 4582886"/>
                <a:gd name="connsiteX2" fmla="*/ 1088572 w 1088572"/>
                <a:gd name="connsiteY2" fmla="*/ 4582886 h 4582886"/>
                <a:gd name="connsiteX3" fmla="*/ 0 w 1088572"/>
                <a:gd name="connsiteY3" fmla="*/ 0 h 45828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88572" h="4582886">
                  <a:moveTo>
                    <a:pt x="0" y="0"/>
                  </a:moveTo>
                  <a:lnTo>
                    <a:pt x="1088572" y="1186543"/>
                  </a:lnTo>
                  <a:lnTo>
                    <a:pt x="1088572" y="4582886"/>
                  </a:lnTo>
                  <a:lnTo>
                    <a:pt x="0" y="0"/>
                  </a:lnTo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0" name="자유형: 도형 9"/>
            <p:cNvSpPr/>
            <p:nvPr/>
          </p:nvSpPr>
          <p:spPr>
            <a:xfrm>
              <a:off x="7956911" y="-1619"/>
              <a:ext cx="671047" cy="757711"/>
            </a:xfrm>
            <a:custGeom>
              <a:avLst/>
              <a:gdLst>
                <a:gd name="connsiteX0" fmla="*/ 1371600 w 1371600"/>
                <a:gd name="connsiteY0" fmla="*/ 1491343 h 1491343"/>
                <a:gd name="connsiteX1" fmla="*/ 1023257 w 1371600"/>
                <a:gd name="connsiteY1" fmla="*/ 0 h 1491343"/>
                <a:gd name="connsiteX2" fmla="*/ 0 w 1371600"/>
                <a:gd name="connsiteY2" fmla="*/ 0 h 1491343"/>
                <a:gd name="connsiteX3" fmla="*/ 1371600 w 1371600"/>
                <a:gd name="connsiteY3" fmla="*/ 1491343 h 1491343"/>
                <a:gd name="connsiteX0" fmla="*/ 1371600 w 1371600"/>
                <a:gd name="connsiteY0" fmla="*/ 1491343 h 1491343"/>
                <a:gd name="connsiteX1" fmla="*/ 1023257 w 1371600"/>
                <a:gd name="connsiteY1" fmla="*/ 0 h 1491343"/>
                <a:gd name="connsiteX2" fmla="*/ 0 w 1371600"/>
                <a:gd name="connsiteY2" fmla="*/ 0 h 1491343"/>
                <a:gd name="connsiteX3" fmla="*/ 1371600 w 1371600"/>
                <a:gd name="connsiteY3" fmla="*/ 1491343 h 1491343"/>
                <a:gd name="connsiteX0" fmla="*/ 1369988 w 1369988"/>
                <a:gd name="connsiteY0" fmla="*/ 1546919 h 1546919"/>
                <a:gd name="connsiteX1" fmla="*/ 1023257 w 1369988"/>
                <a:gd name="connsiteY1" fmla="*/ 0 h 1546919"/>
                <a:gd name="connsiteX2" fmla="*/ 0 w 1369988"/>
                <a:gd name="connsiteY2" fmla="*/ 0 h 1546919"/>
                <a:gd name="connsiteX3" fmla="*/ 1369988 w 1369988"/>
                <a:gd name="connsiteY3" fmla="*/ 1546919 h 1546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69988" h="1546919">
                  <a:moveTo>
                    <a:pt x="1369988" y="1546919"/>
                  </a:moveTo>
                  <a:lnTo>
                    <a:pt x="1023257" y="0"/>
                  </a:lnTo>
                  <a:lnTo>
                    <a:pt x="0" y="0"/>
                  </a:lnTo>
                  <a:lnTo>
                    <a:pt x="1369988" y="1546919"/>
                  </a:lnTo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1" name="자유형: 도형 10"/>
            <p:cNvSpPr/>
            <p:nvPr/>
          </p:nvSpPr>
          <p:spPr>
            <a:xfrm>
              <a:off x="8455711" y="-1619"/>
              <a:ext cx="710060" cy="1329898"/>
            </a:xfrm>
            <a:custGeom>
              <a:avLst/>
              <a:gdLst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0 w 1436914"/>
                <a:gd name="connsiteY4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36914"/>
                <a:gd name="connsiteY0" fmla="*/ 0 h 2721429"/>
                <a:gd name="connsiteX1" fmla="*/ 326572 w 1436914"/>
                <a:gd name="connsiteY1" fmla="*/ 1534886 h 2721429"/>
                <a:gd name="connsiteX2" fmla="*/ 1436914 w 1436914"/>
                <a:gd name="connsiteY2" fmla="*/ 2721429 h 2721429"/>
                <a:gd name="connsiteX3" fmla="*/ 1415143 w 1436914"/>
                <a:gd name="connsiteY3" fmla="*/ 10886 h 2721429"/>
                <a:gd name="connsiteX4" fmla="*/ 1408793 w 1436914"/>
                <a:gd name="connsiteY4" fmla="*/ 6350 h 2721429"/>
                <a:gd name="connsiteX5" fmla="*/ 0 w 1436914"/>
                <a:gd name="connsiteY5" fmla="*/ 0 h 2721429"/>
                <a:gd name="connsiteX0" fmla="*/ 0 w 1449636"/>
                <a:gd name="connsiteY0" fmla="*/ 0 h 2715079"/>
                <a:gd name="connsiteX1" fmla="*/ 339294 w 1449636"/>
                <a:gd name="connsiteY1" fmla="*/ 1528536 h 2715079"/>
                <a:gd name="connsiteX2" fmla="*/ 1449636 w 1449636"/>
                <a:gd name="connsiteY2" fmla="*/ 2715079 h 2715079"/>
                <a:gd name="connsiteX3" fmla="*/ 1427865 w 1449636"/>
                <a:gd name="connsiteY3" fmla="*/ 4536 h 2715079"/>
                <a:gd name="connsiteX4" fmla="*/ 1421515 w 1449636"/>
                <a:gd name="connsiteY4" fmla="*/ 0 h 2715079"/>
                <a:gd name="connsiteX5" fmla="*/ 0 w 1449636"/>
                <a:gd name="connsiteY5" fmla="*/ 0 h 2715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49636" h="2715079">
                  <a:moveTo>
                    <a:pt x="0" y="0"/>
                  </a:moveTo>
                  <a:lnTo>
                    <a:pt x="339294" y="1528536"/>
                  </a:lnTo>
                  <a:lnTo>
                    <a:pt x="1449636" y="2715079"/>
                  </a:lnTo>
                  <a:lnTo>
                    <a:pt x="1427865" y="4536"/>
                  </a:lnTo>
                  <a:lnTo>
                    <a:pt x="1421515" y="0"/>
                  </a:lnTo>
                  <a:lnTo>
                    <a:pt x="0" y="0"/>
                  </a:lnTo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sp>
          <p:nvSpPr>
            <p:cNvPr id="12" name="자유형: 도형 11"/>
            <p:cNvSpPr/>
            <p:nvPr/>
          </p:nvSpPr>
          <p:spPr>
            <a:xfrm>
              <a:off x="7830097" y="-1619"/>
              <a:ext cx="1325010" cy="3644909"/>
            </a:xfrm>
            <a:custGeom>
              <a:avLst/>
              <a:gdLst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49993 w 2705100"/>
                <a:gd name="connsiteY2" fmla="*/ 9525 h 6867525"/>
                <a:gd name="connsiteX3" fmla="*/ 0 w 2705100"/>
                <a:gd name="connsiteY3" fmla="*/ 9525 h 6867525"/>
                <a:gd name="connsiteX4" fmla="*/ 2295525 w 2705100"/>
                <a:gd name="connsiteY4" fmla="*/ 6858000 h 6867525"/>
                <a:gd name="connsiteX5" fmla="*/ 2695575 w 2705100"/>
                <a:gd name="connsiteY5" fmla="*/ 6867525 h 6867525"/>
                <a:gd name="connsiteX6" fmla="*/ 2705100 w 2705100"/>
                <a:gd name="connsiteY6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86475 h 6867525"/>
                <a:gd name="connsiteX1" fmla="*/ 57150 w 2705100"/>
                <a:gd name="connsiteY1" fmla="*/ 0 h 6867525"/>
                <a:gd name="connsiteX2" fmla="*/ 0 w 2705100"/>
                <a:gd name="connsiteY2" fmla="*/ 9525 h 6867525"/>
                <a:gd name="connsiteX3" fmla="*/ 2295525 w 2705100"/>
                <a:gd name="connsiteY3" fmla="*/ 6858000 h 6867525"/>
                <a:gd name="connsiteX4" fmla="*/ 2695575 w 2705100"/>
                <a:gd name="connsiteY4" fmla="*/ 6867525 h 6867525"/>
                <a:gd name="connsiteX5" fmla="*/ 2705100 w 2705100"/>
                <a:gd name="connsiteY5" fmla="*/ 6086475 h 6867525"/>
                <a:gd name="connsiteX0" fmla="*/ 2705100 w 2705100"/>
                <a:gd name="connsiteY0" fmla="*/ 6076950 h 6858000"/>
                <a:gd name="connsiteX1" fmla="*/ 64280 w 2705100"/>
                <a:gd name="connsiteY1" fmla="*/ 0 h 6858000"/>
                <a:gd name="connsiteX2" fmla="*/ 0 w 2705100"/>
                <a:gd name="connsiteY2" fmla="*/ 0 h 6858000"/>
                <a:gd name="connsiteX3" fmla="*/ 2295525 w 2705100"/>
                <a:gd name="connsiteY3" fmla="*/ 6848475 h 6858000"/>
                <a:gd name="connsiteX4" fmla="*/ 2695575 w 2705100"/>
                <a:gd name="connsiteY4" fmla="*/ 6858000 h 6858000"/>
                <a:gd name="connsiteX5" fmla="*/ 2705100 w 2705100"/>
                <a:gd name="connsiteY5" fmla="*/ 6076950 h 6858000"/>
                <a:gd name="connsiteX0" fmla="*/ 2705100 w 2705100"/>
                <a:gd name="connsiteY0" fmla="*/ 6076950 h 6858000"/>
                <a:gd name="connsiteX1" fmla="*/ 64280 w 2705100"/>
                <a:gd name="connsiteY1" fmla="*/ 0 h 6858000"/>
                <a:gd name="connsiteX2" fmla="*/ 0 w 2705100"/>
                <a:gd name="connsiteY2" fmla="*/ 0 h 6858000"/>
                <a:gd name="connsiteX3" fmla="*/ 2695575 w 2705100"/>
                <a:gd name="connsiteY3" fmla="*/ 6858000 h 6858000"/>
                <a:gd name="connsiteX4" fmla="*/ 2705100 w 2705100"/>
                <a:gd name="connsiteY4" fmla="*/ 6076950 h 6858000"/>
                <a:gd name="connsiteX0" fmla="*/ 2705100 w 2705100"/>
                <a:gd name="connsiteY0" fmla="*/ 6076950 h 7441333"/>
                <a:gd name="connsiteX1" fmla="*/ 64280 w 2705100"/>
                <a:gd name="connsiteY1" fmla="*/ 0 h 7441333"/>
                <a:gd name="connsiteX2" fmla="*/ 0 w 2705100"/>
                <a:gd name="connsiteY2" fmla="*/ 0 h 7441333"/>
                <a:gd name="connsiteX3" fmla="*/ 2695576 w 2705100"/>
                <a:gd name="connsiteY3" fmla="*/ 7441333 h 7441333"/>
                <a:gd name="connsiteX4" fmla="*/ 2705100 w 2705100"/>
                <a:gd name="connsiteY4" fmla="*/ 6076950 h 7441333"/>
                <a:gd name="connsiteX0" fmla="*/ 2705100 w 2705100"/>
                <a:gd name="connsiteY0" fmla="*/ 6076950 h 7441333"/>
                <a:gd name="connsiteX1" fmla="*/ 64280 w 2705100"/>
                <a:gd name="connsiteY1" fmla="*/ 0 h 7441333"/>
                <a:gd name="connsiteX2" fmla="*/ 0 w 2705100"/>
                <a:gd name="connsiteY2" fmla="*/ 0 h 7441333"/>
                <a:gd name="connsiteX3" fmla="*/ 2695576 w 2705100"/>
                <a:gd name="connsiteY3" fmla="*/ 7441333 h 7441333"/>
                <a:gd name="connsiteX4" fmla="*/ 2705100 w 2705100"/>
                <a:gd name="connsiteY4" fmla="*/ 6076950 h 74413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705100" h="7441333">
                  <a:moveTo>
                    <a:pt x="2705100" y="6076950"/>
                  </a:moveTo>
                  <a:lnTo>
                    <a:pt x="64280" y="0"/>
                  </a:lnTo>
                  <a:lnTo>
                    <a:pt x="0" y="0"/>
                  </a:lnTo>
                  <a:lnTo>
                    <a:pt x="2695576" y="7441333"/>
                  </a:lnTo>
                  <a:cubicBezTo>
                    <a:pt x="2698751" y="6986539"/>
                    <a:pt x="2701925" y="6531744"/>
                    <a:pt x="2705100" y="6076950"/>
                  </a:cubicBezTo>
                </a:path>
              </a:pathLst>
            </a:custGeom>
            <a:solidFill>
              <a:schemeClr val="accent2">
                <a:lumMod val="75000"/>
                <a:lumOff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</p:grp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9563098" y="274638"/>
            <a:ext cx="2019299" cy="5851525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9599" y="274638"/>
            <a:ext cx="8712199" cy="5851525"/>
          </a:xfrm>
        </p:spPr>
        <p:txBody>
          <a:bodyPr vert="eaVert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lang="ko-KR" altLang="en-US"/>
            </a:pPr>
            <a:fld id="{16753771-9475-4309-9B2C-4F43EB0294C6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lang="ko-KR" altLang="en-US"/>
            </a:pPr>
            <a:fld id="{DF28FB93-0A08-4E7D-8E63-9EFA29F1E093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본문" type="vertTx" preserve="1" userDrawn="1">
  <p:cSld name="제목 및 세로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본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>
              <a:defRPr/>
            </a:pPr>
            <a:fld id="{8B5AD51E-EDE3-4554-8782-11E738996C1C}" type="datetime1">
              <a:rPr lang="ko-KR" altLang="en-US"/>
              <a:pPr lvl="0">
                <a:defRPr/>
              </a:pPr>
              <a:t>2026-03-06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>
              <a:defRPr/>
            </a:pPr>
            <a:fld id="{4E82A7E8-4A64-44D8-8D46-3287F451E20A}" type="slidenum">
              <a:rPr lang="ko-KR" altLang="en-US"/>
              <a:pPr lvl="0"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교차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자유형: 도형 99"/>
          <p:cNvSpPr/>
          <p:nvPr/>
        </p:nvSpPr>
        <p:spPr>
          <a:xfrm>
            <a:off x="1732842" y="3147876"/>
            <a:ext cx="6308395" cy="3037101"/>
          </a:xfrm>
          <a:custGeom>
            <a:avLst/>
            <a:gdLst>
              <a:gd name="connsiteX0" fmla="*/ 0 w 4175"/>
              <a:gd name="connsiteY0" fmla="*/ 0 h 2538"/>
              <a:gd name="connsiteX1" fmla="*/ 12 w 4175"/>
              <a:gd name="connsiteY1" fmla="*/ 44 h 2538"/>
              <a:gd name="connsiteX2" fmla="*/ 685 w 4175"/>
              <a:gd name="connsiteY2" fmla="*/ 2538 h 2538"/>
              <a:gd name="connsiteX3" fmla="*/ 4175 w 4175"/>
              <a:gd name="connsiteY3" fmla="*/ 1923 h 2538"/>
              <a:gd name="connsiteX4" fmla="*/ 25 w 4175"/>
              <a:gd name="connsiteY4" fmla="*/ 11 h 2538"/>
              <a:gd name="connsiteX5" fmla="*/ 0 w 4175"/>
              <a:gd name="connsiteY5" fmla="*/ 0 h 2538"/>
              <a:gd name="connsiteX0" fmla="*/ 0 w 4003"/>
              <a:gd name="connsiteY0" fmla="*/ 0 h 2538"/>
              <a:gd name="connsiteX1" fmla="*/ 12 w 4003"/>
              <a:gd name="connsiteY1" fmla="*/ 44 h 2538"/>
              <a:gd name="connsiteX2" fmla="*/ 685 w 4003"/>
              <a:gd name="connsiteY2" fmla="*/ 2538 h 2538"/>
              <a:gd name="connsiteX3" fmla="*/ 4003 w 4003"/>
              <a:gd name="connsiteY3" fmla="*/ 1844 h 2538"/>
              <a:gd name="connsiteX4" fmla="*/ 25 w 4003"/>
              <a:gd name="connsiteY4" fmla="*/ 11 h 2538"/>
              <a:gd name="connsiteX5" fmla="*/ 0 w 4003"/>
              <a:gd name="connsiteY5" fmla="*/ 0 h 2538"/>
              <a:gd name="connsiteX0" fmla="*/ 0 w 4003"/>
              <a:gd name="connsiteY0" fmla="*/ 0 h 2538"/>
              <a:gd name="connsiteX1" fmla="*/ 685 w 4003"/>
              <a:gd name="connsiteY1" fmla="*/ 2538 h 2538"/>
              <a:gd name="connsiteX2" fmla="*/ 4003 w 4003"/>
              <a:gd name="connsiteY2" fmla="*/ 1844 h 2538"/>
              <a:gd name="connsiteX3" fmla="*/ 25 w 4003"/>
              <a:gd name="connsiteY3" fmla="*/ 11 h 2538"/>
              <a:gd name="connsiteX4" fmla="*/ 0 w 4003"/>
              <a:gd name="connsiteY4" fmla="*/ 0 h 2538"/>
              <a:gd name="connsiteX0" fmla="*/ 0 w 4003"/>
              <a:gd name="connsiteY0" fmla="*/ 0 h 2538"/>
              <a:gd name="connsiteX1" fmla="*/ 685 w 4003"/>
              <a:gd name="connsiteY1" fmla="*/ 2538 h 2538"/>
              <a:gd name="connsiteX2" fmla="*/ 4003 w 4003"/>
              <a:gd name="connsiteY2" fmla="*/ 1844 h 2538"/>
              <a:gd name="connsiteX3" fmla="*/ 25 w 4003"/>
              <a:gd name="connsiteY3" fmla="*/ 11 h 2538"/>
              <a:gd name="connsiteX4" fmla="*/ 0 w 4003"/>
              <a:gd name="connsiteY4" fmla="*/ 0 h 2538"/>
              <a:gd name="connsiteX0" fmla="*/ 553 w 4531"/>
              <a:gd name="connsiteY0" fmla="*/ 0 h 2527"/>
              <a:gd name="connsiteX1" fmla="*/ 1213 w 4531"/>
              <a:gd name="connsiteY1" fmla="*/ 2527 h 2527"/>
              <a:gd name="connsiteX2" fmla="*/ 4531 w 4531"/>
              <a:gd name="connsiteY2" fmla="*/ 1833 h 2527"/>
              <a:gd name="connsiteX3" fmla="*/ 553 w 4531"/>
              <a:gd name="connsiteY3" fmla="*/ 0 h 2527"/>
              <a:gd name="connsiteX0" fmla="*/ 3 w 3981"/>
              <a:gd name="connsiteY0" fmla="*/ 0 h 2527"/>
              <a:gd name="connsiteX1" fmla="*/ 663 w 3981"/>
              <a:gd name="connsiteY1" fmla="*/ 2527 h 2527"/>
              <a:gd name="connsiteX2" fmla="*/ 3981 w 3981"/>
              <a:gd name="connsiteY2" fmla="*/ 1833 h 2527"/>
              <a:gd name="connsiteX3" fmla="*/ 3 w 3981"/>
              <a:gd name="connsiteY3" fmla="*/ 0 h 2527"/>
              <a:gd name="connsiteX0" fmla="*/ 0 w 3978"/>
              <a:gd name="connsiteY0" fmla="*/ 0 h 2527"/>
              <a:gd name="connsiteX1" fmla="*/ 660 w 3978"/>
              <a:gd name="connsiteY1" fmla="*/ 2527 h 2527"/>
              <a:gd name="connsiteX2" fmla="*/ 3978 w 3978"/>
              <a:gd name="connsiteY2" fmla="*/ 1833 h 2527"/>
              <a:gd name="connsiteX3" fmla="*/ 0 w 3978"/>
              <a:gd name="connsiteY3" fmla="*/ 0 h 25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978" h="2527">
                <a:moveTo>
                  <a:pt x="0" y="0"/>
                </a:moveTo>
                <a:cubicBezTo>
                  <a:pt x="90" y="449"/>
                  <a:pt x="484" y="1911"/>
                  <a:pt x="660" y="2527"/>
                </a:cubicBezTo>
                <a:lnTo>
                  <a:pt x="3978" y="1833"/>
                </a:lnTo>
                <a:lnTo>
                  <a:pt x="0" y="0"/>
                </a:lnTo>
              </a:path>
            </a:pathLst>
          </a:custGeom>
          <a:solidFill>
            <a:schemeClr val="accent4">
              <a:lumMod val="20000"/>
              <a:lumOff val="80000"/>
              <a:alpha val="26000"/>
            </a:schemeClr>
          </a:solidFill>
          <a:ln w="9525">
            <a:noFill/>
            <a:round/>
          </a:ln>
        </p:spPr>
        <p:txBody>
          <a:bodyPr anchor="ctr"/>
          <a:lstStyle/>
          <a:p>
            <a:pPr algn="ctr">
              <a:defRPr lang="ko-KR" altLang="en-US"/>
            </a:pPr>
            <a:endParaRPr lang="en-US" altLang="ko-KR"/>
          </a:p>
        </p:txBody>
      </p:sp>
      <p:grpSp>
        <p:nvGrpSpPr>
          <p:cNvPr id="107" name="그룹 106"/>
          <p:cNvGrpSpPr/>
          <p:nvPr/>
        </p:nvGrpSpPr>
        <p:grpSpPr>
          <a:xfrm>
            <a:off x="-1" y="0"/>
            <a:ext cx="12192001" cy="6858001"/>
            <a:chOff x="-1" y="0"/>
            <a:chExt cx="9144001" cy="6858001"/>
          </a:xfrm>
        </p:grpSpPr>
        <p:sp>
          <p:nvSpPr>
            <p:cNvPr id="102" name="자유형: 도형 101"/>
            <p:cNvSpPr/>
            <p:nvPr/>
          </p:nvSpPr>
          <p:spPr>
            <a:xfrm>
              <a:off x="0" y="6184705"/>
              <a:ext cx="2309196" cy="673295"/>
            </a:xfrm>
            <a:custGeom>
              <a:avLst/>
              <a:gdLst>
                <a:gd name="connsiteX0" fmla="*/ 1754 w 1942"/>
                <a:gd name="connsiteY0" fmla="*/ 0 h 560"/>
                <a:gd name="connsiteX1" fmla="*/ 0 w 1942"/>
                <a:gd name="connsiteY1" fmla="*/ 367 h 560"/>
                <a:gd name="connsiteX2" fmla="*/ 0 w 1942"/>
                <a:gd name="connsiteY2" fmla="*/ 560 h 560"/>
                <a:gd name="connsiteX3" fmla="*/ 1942 w 1942"/>
                <a:gd name="connsiteY3" fmla="*/ 560 h 560"/>
                <a:gd name="connsiteX4" fmla="*/ 1754 w 1942"/>
                <a:gd name="connsiteY4" fmla="*/ 0 h 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42" h="560">
                  <a:moveTo>
                    <a:pt x="1754" y="0"/>
                  </a:moveTo>
                  <a:lnTo>
                    <a:pt x="0" y="367"/>
                  </a:lnTo>
                  <a:lnTo>
                    <a:pt x="0" y="560"/>
                  </a:lnTo>
                  <a:lnTo>
                    <a:pt x="1942" y="560"/>
                  </a:lnTo>
                  <a:cubicBezTo>
                    <a:pt x="1879" y="373"/>
                    <a:pt x="1817" y="187"/>
                    <a:pt x="1754" y="0"/>
                  </a:cubicBezTo>
                </a:path>
              </a:pathLst>
            </a:custGeom>
            <a:solidFill>
              <a:srgbClr val="B6B8BA">
                <a:alpha val="15000"/>
              </a:srgbClr>
            </a:solidFill>
            <a:ln w="9525">
              <a:noFill/>
              <a:round/>
            </a:ln>
          </p:spPr>
          <p:txBody>
            <a:bodyPr anchor="ctr"/>
            <a:lstStyle/>
            <a:p>
              <a:pPr algn="ctr">
                <a:defRPr lang="ko-KR" altLang="en-US"/>
              </a:pPr>
              <a:endParaRPr lang="en-US" altLang="ko-KR"/>
            </a:p>
          </p:txBody>
        </p:sp>
        <p:grpSp>
          <p:nvGrpSpPr>
            <p:cNvPr id="106" name="그룹 105"/>
            <p:cNvGrpSpPr/>
            <p:nvPr/>
          </p:nvGrpSpPr>
          <p:grpSpPr>
            <a:xfrm>
              <a:off x="-1" y="0"/>
              <a:ext cx="9144001" cy="6858001"/>
              <a:chOff x="-1" y="0"/>
              <a:chExt cx="9144001" cy="6858001"/>
            </a:xfrm>
          </p:grpSpPr>
          <p:sp>
            <p:nvSpPr>
              <p:cNvPr id="98" name="자유형: 도형 97"/>
              <p:cNvSpPr/>
              <p:nvPr/>
            </p:nvSpPr>
            <p:spPr>
              <a:xfrm>
                <a:off x="428023" y="0"/>
                <a:ext cx="2026194" cy="3135635"/>
              </a:xfrm>
              <a:custGeom>
                <a:avLst/>
                <a:gdLst/>
                <a:ahLst/>
                <a:cxnLst>
                  <a:cxn ang="0">
                    <a:pos x="1704" y="0"/>
                  </a:cxn>
                  <a:cxn ang="0">
                    <a:pos x="0" y="0"/>
                  </a:cxn>
                  <a:cxn ang="0">
                    <a:pos x="711" y="2609"/>
                  </a:cxn>
                  <a:cxn ang="0">
                    <a:pos x="1704" y="0"/>
                  </a:cxn>
                </a:cxnLst>
                <a:rect l="0" t="0" r="r" b="b"/>
                <a:pathLst>
                  <a:path w="1704" h="2609">
                    <a:moveTo>
                      <a:pt x="1704" y="0"/>
                    </a:moveTo>
                    <a:lnTo>
                      <a:pt x="0" y="0"/>
                    </a:lnTo>
                    <a:lnTo>
                      <a:pt x="711" y="2609"/>
                    </a:lnTo>
                    <a:lnTo>
                      <a:pt x="1704" y="0"/>
                    </a:lnTo>
                  </a:path>
                </a:pathLst>
              </a:custGeom>
              <a:solidFill>
                <a:schemeClr val="accent1">
                  <a:lumMod val="20000"/>
                  <a:lumOff val="80000"/>
                  <a:alpha val="31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99" name="자유형: 도형 98"/>
              <p:cNvSpPr/>
              <p:nvPr/>
            </p:nvSpPr>
            <p:spPr>
              <a:xfrm>
                <a:off x="6028605" y="4696234"/>
                <a:ext cx="3115394" cy="1976604"/>
              </a:xfrm>
              <a:custGeom>
                <a:avLst/>
                <a:gdLst>
                  <a:gd name="connsiteX0" fmla="*/ 2610 w 2610"/>
                  <a:gd name="connsiteY0" fmla="*/ 0 h 1645"/>
                  <a:gd name="connsiteX1" fmla="*/ 0 w 2610"/>
                  <a:gd name="connsiteY1" fmla="*/ 535 h 1645"/>
                  <a:gd name="connsiteX2" fmla="*/ 2610 w 2610"/>
                  <a:gd name="connsiteY2" fmla="*/ 1645 h 1645"/>
                  <a:gd name="connsiteX3" fmla="*/ 2610 w 2610"/>
                  <a:gd name="connsiteY3" fmla="*/ 0 h 1645"/>
                  <a:gd name="connsiteX0" fmla="*/ 2620 w 2620"/>
                  <a:gd name="connsiteY0" fmla="*/ 0 h 1645"/>
                  <a:gd name="connsiteX1" fmla="*/ 0 w 2620"/>
                  <a:gd name="connsiteY1" fmla="*/ 541 h 1645"/>
                  <a:gd name="connsiteX2" fmla="*/ 2620 w 2620"/>
                  <a:gd name="connsiteY2" fmla="*/ 1645 h 1645"/>
                  <a:gd name="connsiteX3" fmla="*/ 2620 w 2620"/>
                  <a:gd name="connsiteY3" fmla="*/ 0 h 164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620" h="1645">
                    <a:moveTo>
                      <a:pt x="2620" y="0"/>
                    </a:moveTo>
                    <a:lnTo>
                      <a:pt x="0" y="541"/>
                    </a:lnTo>
                    <a:lnTo>
                      <a:pt x="2620" y="1645"/>
                    </a:lnTo>
                    <a:lnTo>
                      <a:pt x="2620" y="0"/>
                    </a:lnTo>
                  </a:path>
                </a:pathLst>
              </a:custGeom>
              <a:solidFill>
                <a:srgbClr val="C6C8CA">
                  <a:alpha val="17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01" name="자유형: 도형 100"/>
              <p:cNvSpPr/>
              <p:nvPr/>
            </p:nvSpPr>
            <p:spPr>
              <a:xfrm>
                <a:off x="2089194" y="5345523"/>
                <a:ext cx="7054806" cy="1512478"/>
              </a:xfrm>
              <a:custGeom>
                <a:avLst/>
                <a:gdLst>
                  <a:gd name="connsiteX0" fmla="*/ 3491 w 5944"/>
                  <a:gd name="connsiteY0" fmla="*/ 0 h 1293"/>
                  <a:gd name="connsiteX1" fmla="*/ 0 w 5944"/>
                  <a:gd name="connsiteY1" fmla="*/ 743 h 1293"/>
                  <a:gd name="connsiteX2" fmla="*/ 194 w 5944"/>
                  <a:gd name="connsiteY2" fmla="*/ 1293 h 1293"/>
                  <a:gd name="connsiteX3" fmla="*/ 5944 w 5944"/>
                  <a:gd name="connsiteY3" fmla="*/ 1293 h 1293"/>
                  <a:gd name="connsiteX4" fmla="*/ 5944 w 5944"/>
                  <a:gd name="connsiteY4" fmla="*/ 1130 h 1293"/>
                  <a:gd name="connsiteX5" fmla="*/ 3491 w 5944"/>
                  <a:gd name="connsiteY5" fmla="*/ 0 h 1293"/>
                  <a:gd name="connsiteX0" fmla="*/ 3347 w 5944"/>
                  <a:gd name="connsiteY0" fmla="*/ 0 h 1264"/>
                  <a:gd name="connsiteX1" fmla="*/ 0 w 5944"/>
                  <a:gd name="connsiteY1" fmla="*/ 714 h 1264"/>
                  <a:gd name="connsiteX2" fmla="*/ 194 w 5944"/>
                  <a:gd name="connsiteY2" fmla="*/ 1264 h 1264"/>
                  <a:gd name="connsiteX3" fmla="*/ 5944 w 5944"/>
                  <a:gd name="connsiteY3" fmla="*/ 1264 h 1264"/>
                  <a:gd name="connsiteX4" fmla="*/ 5944 w 5944"/>
                  <a:gd name="connsiteY4" fmla="*/ 1101 h 1264"/>
                  <a:gd name="connsiteX5" fmla="*/ 3347 w 5944"/>
                  <a:gd name="connsiteY5" fmla="*/ 0 h 1264"/>
                  <a:gd name="connsiteX0" fmla="*/ 3323 w 5944"/>
                  <a:gd name="connsiteY0" fmla="*/ 0 h 1257"/>
                  <a:gd name="connsiteX1" fmla="*/ 0 w 5944"/>
                  <a:gd name="connsiteY1" fmla="*/ 707 h 1257"/>
                  <a:gd name="connsiteX2" fmla="*/ 194 w 5944"/>
                  <a:gd name="connsiteY2" fmla="*/ 1257 h 1257"/>
                  <a:gd name="connsiteX3" fmla="*/ 5944 w 5944"/>
                  <a:gd name="connsiteY3" fmla="*/ 1257 h 1257"/>
                  <a:gd name="connsiteX4" fmla="*/ 5944 w 5944"/>
                  <a:gd name="connsiteY4" fmla="*/ 1094 h 1257"/>
                  <a:gd name="connsiteX5" fmla="*/ 3323 w 5944"/>
                  <a:gd name="connsiteY5" fmla="*/ 0 h 1257"/>
                  <a:gd name="connsiteX0" fmla="*/ 3279 w 5900"/>
                  <a:gd name="connsiteY0" fmla="*/ 0 h 1257"/>
                  <a:gd name="connsiteX1" fmla="*/ 0 w 5900"/>
                  <a:gd name="connsiteY1" fmla="*/ 687 h 1257"/>
                  <a:gd name="connsiteX2" fmla="*/ 150 w 5900"/>
                  <a:gd name="connsiteY2" fmla="*/ 1257 h 1257"/>
                  <a:gd name="connsiteX3" fmla="*/ 5900 w 5900"/>
                  <a:gd name="connsiteY3" fmla="*/ 1257 h 1257"/>
                  <a:gd name="connsiteX4" fmla="*/ 5900 w 5900"/>
                  <a:gd name="connsiteY4" fmla="*/ 1094 h 1257"/>
                  <a:gd name="connsiteX5" fmla="*/ 3279 w 5900"/>
                  <a:gd name="connsiteY5" fmla="*/ 0 h 1257"/>
                  <a:gd name="connsiteX0" fmla="*/ 3314 w 5935"/>
                  <a:gd name="connsiteY0" fmla="*/ 0 h 1257"/>
                  <a:gd name="connsiteX1" fmla="*/ 0 w 5935"/>
                  <a:gd name="connsiteY1" fmla="*/ 695 h 1257"/>
                  <a:gd name="connsiteX2" fmla="*/ 185 w 5935"/>
                  <a:gd name="connsiteY2" fmla="*/ 1257 h 1257"/>
                  <a:gd name="connsiteX3" fmla="*/ 5935 w 5935"/>
                  <a:gd name="connsiteY3" fmla="*/ 1257 h 1257"/>
                  <a:gd name="connsiteX4" fmla="*/ 5935 w 5935"/>
                  <a:gd name="connsiteY4" fmla="*/ 1094 h 1257"/>
                  <a:gd name="connsiteX5" fmla="*/ 3314 w 5935"/>
                  <a:gd name="connsiteY5" fmla="*/ 0 h 125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5935" h="1257">
                    <a:moveTo>
                      <a:pt x="3314" y="0"/>
                    </a:moveTo>
                    <a:lnTo>
                      <a:pt x="0" y="695"/>
                    </a:lnTo>
                    <a:cubicBezTo>
                      <a:pt x="51" y="884"/>
                      <a:pt x="134" y="1068"/>
                      <a:pt x="185" y="1257"/>
                    </a:cubicBezTo>
                    <a:lnTo>
                      <a:pt x="5935" y="1257"/>
                    </a:lnTo>
                    <a:lnTo>
                      <a:pt x="5935" y="1094"/>
                    </a:lnTo>
                    <a:lnTo>
                      <a:pt x="3314" y="0"/>
                    </a:lnTo>
                  </a:path>
                </a:pathLst>
              </a:custGeom>
              <a:solidFill>
                <a:srgbClr val="B6B8BA">
                  <a:alpha val="6000"/>
                </a:srgb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103" name="자유형: 도형 102"/>
              <p:cNvSpPr/>
              <p:nvPr/>
            </p:nvSpPr>
            <p:spPr>
              <a:xfrm>
                <a:off x="-1" y="0"/>
                <a:ext cx="1281830" cy="3138040"/>
              </a:xfrm>
              <a:custGeom>
                <a:avLst/>
                <a:gdLst/>
                <a:ahLst/>
                <a:cxnLst>
                  <a:cxn ang="0">
                    <a:pos x="372" y="0"/>
                  </a:cxn>
                  <a:cxn ang="0">
                    <a:pos x="1" y="0"/>
                  </a:cxn>
                  <a:cxn ang="0">
                    <a:pos x="0" y="2121"/>
                  </a:cxn>
                  <a:cxn ang="0">
                    <a:pos x="1078" y="2609"/>
                  </a:cxn>
                  <a:cxn ang="0">
                    <a:pos x="372" y="0"/>
                  </a:cxn>
                </a:cxnLst>
                <a:rect l="0" t="0" r="r" b="b"/>
                <a:pathLst>
                  <a:path w="1078" h="2609">
                    <a:moveTo>
                      <a:pt x="372" y="0"/>
                    </a:moveTo>
                    <a:lnTo>
                      <a:pt x="1" y="0"/>
                    </a:lnTo>
                    <a:lnTo>
                      <a:pt x="0" y="2121"/>
                    </a:lnTo>
                    <a:lnTo>
                      <a:pt x="1078" y="2609"/>
                    </a:lnTo>
                    <a:lnTo>
                      <a:pt x="372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  <a:alpha val="27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  <p:sp>
            <p:nvSpPr>
              <p:cNvPr id="97" name="자유형: 도형 96"/>
              <p:cNvSpPr/>
              <p:nvPr/>
            </p:nvSpPr>
            <p:spPr>
              <a:xfrm>
                <a:off x="1" y="2551106"/>
                <a:ext cx="1285398" cy="4121532"/>
              </a:xfrm>
              <a:custGeom>
                <a:avLst/>
                <a:gdLst>
                  <a:gd name="connsiteX0" fmla="*/ 0 w 1081"/>
                  <a:gd name="connsiteY0" fmla="*/ 0 h 3427"/>
                  <a:gd name="connsiteX1" fmla="*/ 0 w 1081"/>
                  <a:gd name="connsiteY1" fmla="*/ 3427 h 3427"/>
                  <a:gd name="connsiteX2" fmla="*/ 1081 w 1081"/>
                  <a:gd name="connsiteY2" fmla="*/ 490 h 3427"/>
                  <a:gd name="connsiteX3" fmla="*/ 0 w 1081"/>
                  <a:gd name="connsiteY3" fmla="*/ 0 h 34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081" h="3427">
                    <a:moveTo>
                      <a:pt x="0" y="0"/>
                    </a:moveTo>
                    <a:lnTo>
                      <a:pt x="0" y="3427"/>
                    </a:lnTo>
                    <a:lnTo>
                      <a:pt x="1081" y="49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accent1">
                  <a:lumMod val="40000"/>
                  <a:lumOff val="60000"/>
                  <a:alpha val="8000"/>
                </a:schemeClr>
              </a:solidFill>
              <a:ln w="9525">
                <a:noFill/>
                <a:round/>
              </a:ln>
            </p:spPr>
            <p:txBody>
              <a:bodyPr anchor="ctr"/>
              <a:lstStyle/>
              <a:p>
                <a:pPr algn="ctr">
                  <a:defRPr lang="ko-KR" altLang="en-US"/>
                </a:pPr>
                <a:endParaRPr lang="en-US" altLang="ko-KR"/>
              </a:p>
            </p:txBody>
          </p:sp>
        </p:grpSp>
      </p:grp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31799" y="123802"/>
            <a:ext cx="11302999" cy="939784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lvl="0">
              <a:defRPr lang="ko-KR" altLang="en-US"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31799" y="1308100"/>
            <a:ext cx="11302999" cy="4960939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 lang="ko-KR" altLang="en-US"/>
            </a:pPr>
            <a:r>
              <a:rPr lang="ko-KR" altLang="en-US"/>
              <a:t>마스터 텍스트 스타일을 편집합니다</a:t>
            </a:r>
          </a:p>
          <a:p>
            <a:pPr lvl="1">
              <a:defRPr lang="ko-KR" altLang="en-US"/>
            </a:pPr>
            <a:r>
              <a:rPr lang="ko-KR" altLang="en-US"/>
              <a:t>둘째 수준</a:t>
            </a:r>
          </a:p>
          <a:p>
            <a:pPr lvl="2">
              <a:defRPr lang="ko-KR" altLang="en-US"/>
            </a:pPr>
            <a:r>
              <a:rPr lang="ko-KR" altLang="en-US"/>
              <a:t>셋째 수준</a:t>
            </a:r>
          </a:p>
          <a:p>
            <a:pPr lvl="3">
              <a:defRPr lang="ko-KR" altLang="en-US"/>
            </a:pPr>
            <a:r>
              <a:rPr lang="ko-KR" altLang="en-US"/>
              <a:t>넷째 수준</a:t>
            </a:r>
          </a:p>
          <a:p>
            <a:pPr lvl="4">
              <a:defRPr lang="ko-KR" altLang="en-US"/>
            </a:pPr>
            <a:r>
              <a:rPr lang="ko-KR" altLang="en-US"/>
              <a:t>다섯째 수준</a:t>
            </a:r>
          </a:p>
          <a:p>
            <a:pPr lvl="8">
              <a:defRPr lang="ko-KR" altLang="en-US"/>
            </a:pP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317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defRPr sz="12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FD839B8E-F55D-4BF8-852C-25AF74D46B3E}" type="datetime1">
              <a:rPr lang="ko-KR" altLang="en-US"/>
              <a:pPr>
                <a:defRPr lang="ko-KR" altLang="en-US"/>
              </a:pPr>
              <a:t>2026-03-06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5599" y="6356350"/>
            <a:ext cx="3860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defRPr sz="12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889999" y="6356350"/>
            <a:ext cx="2844799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defRPr sz="1200">
                <a:solidFill>
                  <a:schemeClr val="bg2">
                    <a:lumMod val="25000"/>
                  </a:schemeClr>
                </a:solidFill>
              </a:defRPr>
            </a:lvl1pPr>
          </a:lstStyle>
          <a:p>
            <a:pPr>
              <a:defRPr lang="ko-KR" altLang="en-US"/>
            </a:pPr>
            <a:fld id="{AD22CD3B-FDDF-4998-970C-76E6E0BEC65F}" type="slidenum">
              <a:rPr lang="ko-KR" altLang="en-US"/>
              <a:pPr>
                <a:defRPr lang="ko-KR" altLang="en-US"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402" r:id="rId1"/>
    <p:sldLayoutId id="2147484403" r:id="rId2"/>
    <p:sldLayoutId id="2147484404" r:id="rId3"/>
    <p:sldLayoutId id="2147484405" r:id="rId4"/>
    <p:sldLayoutId id="2147484406" r:id="rId5"/>
    <p:sldLayoutId id="2147484407" r:id="rId6"/>
    <p:sldLayoutId id="2147484408" r:id="rId7"/>
    <p:sldLayoutId id="2147484409" r:id="rId8"/>
    <p:sldLayoutId id="2147484410" r:id="rId9"/>
    <p:sldLayoutId id="2147484411" r:id="rId10"/>
    <p:sldLayoutId id="2147484412" r:id="rId11"/>
    <p:sldLayoutId id="2147484413" r:id="rId12"/>
    <p:sldLayoutId id="2147484414" r:id="rId13"/>
  </p:sldLayoutIdLst>
  <p:transition/>
  <p:hf sldNum="0" hdr="0" ftr="0" dt="0"/>
  <p:txStyles>
    <p:titleStyle>
      <a:lvl1pPr algn="l" defTabSz="914400" rtl="0" eaLnBrk="1" latinLnBrk="1" hangingPunct="1">
        <a:spcBef>
          <a:spcPct val="0"/>
        </a:spcBef>
        <a:buNone/>
        <a:defRPr sz="3800" kern="120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266700" indent="-306700" algn="l" defTabSz="914400" rtl="0" eaLnBrk="1" latinLnBrk="1" hangingPunct="1">
        <a:spcBef>
          <a:spcPct val="20000"/>
        </a:spcBef>
        <a:buClr>
          <a:schemeClr val="bg2">
            <a:lumMod val="25000"/>
          </a:schemeClr>
        </a:buClr>
        <a:buSzPct val="80000"/>
        <a:buFont typeface="Wingdings 3"/>
        <a:buChar char=""/>
        <a:defRPr sz="2400" kern="1200">
          <a:solidFill>
            <a:schemeClr val="bg2">
              <a:lumMod val="25000"/>
            </a:schemeClr>
          </a:solidFill>
          <a:latin typeface="+mn-lt"/>
          <a:ea typeface="+mn-ea"/>
          <a:cs typeface="+mn-cs"/>
        </a:defRPr>
      </a:lvl1pPr>
      <a:lvl2pPr marL="447675" indent="-25717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Wingdings"/>
        <a:buChar char="§"/>
        <a:defRPr sz="20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2pPr>
      <a:lvl3pPr marL="628650" indent="-18097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Arial"/>
        <a:buChar char="•"/>
        <a:defRPr sz="18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3pPr>
      <a:lvl4pPr marL="809625" indent="-18097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Arial"/>
        <a:buChar char="–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4pPr>
      <a:lvl5pPr marL="990600" indent="-171450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Arial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5pPr>
      <a:lvl6pPr marL="1160463" indent="-173038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6pPr>
      <a:lvl7pPr marL="1349375" indent="-188913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tabLst>
          <a:tab pos="1349375" algn="l"/>
        </a:tabLst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7pPr>
      <a:lvl8pPr marL="1524000" indent="-17462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8pPr>
      <a:lvl9pPr marL="1698625" indent="-174625" algn="l" defTabSz="914400" rtl="0" eaLnBrk="1" latinLnBrk="1" hangingPunct="1">
        <a:spcBef>
          <a:spcPct val="20000"/>
        </a:spcBef>
        <a:buClr>
          <a:schemeClr val="bg2">
            <a:lumMod val="50000"/>
          </a:schemeClr>
        </a:buClr>
        <a:buFont typeface="Lucida Sans Unicode"/>
        <a:buChar char="»"/>
        <a:defRPr sz="1600" kern="1200">
          <a:solidFill>
            <a:schemeClr val="bg2">
              <a:lumMod val="50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kkms4001.iptime.org/~c16st30/portfolio/matrixcalculator/build/html/matrixcalculator.html" TargetMode="Externa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://kkms4001.iptime.org/~c16st30/portfolio/matrixcalculator/build/html/matrixcalculator.html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://kkms4001.iptime.org/~c16st30/portfolio/matrixcalculator/build/html/matrixcalculator.html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://kkms4001.iptime.org/~c16st30/portfolio/matrixcalculator/build/html/matrixcalculator.html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://kkms4001.iptime.org/~c16st30/portfolio/matrixcalculator/build/html/matrixcalculator.htm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.png"/><Relationship Id="rId4" Type="http://schemas.openxmlformats.org/officeDocument/2006/relationships/hyperlink" Target="http://kkms4001.iptime.org/~c16st30/portfolio/matrixcalculator/build/html/matrixcalculator.html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hyperlink" Target="http://kkms4001.iptime.org/~c16st30/portfolio/matrixcalculator/build/html/matrixcalculator.html" TargetMode="External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://kkms4001.iptime.org/~c16st30/portfolio/matrixcalculator/build/html/matrixcalculator.htm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://kkms4001.iptime.org/~c16st30/portfolio/matrixcalculator/build/html/matrixcalculator.html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noFill/>
          <a:ln w="9525" cap="flat" cmpd="sng" algn="ctr">
            <a:noFill/>
            <a:prstDash val="solid"/>
            <a:round/>
            <a:headEnd w="med" len="med"/>
            <a:tailEnd w="med" len="med"/>
          </a:ln>
          <a:effectLst/>
        </p:spPr>
        <p:txBody>
          <a:bodyPr>
            <a:prstTxWarp prst="textNoShape">
              <a:avLst/>
            </a:prstTxWarp>
          </a:bodyPr>
          <a:lstStyle/>
          <a:p>
            <a:pPr>
              <a:defRPr/>
            </a:pPr>
            <a:r>
              <a:rPr lang="en-US" altLang="ko-KR" sz="8000" b="1">
                <a:solidFill>
                  <a:schemeClr val="bg2"/>
                </a:solidFill>
                <a:effectLst>
                  <a:glow rad="63500">
                    <a:srgbClr val="BDDBEC">
                      <a:alpha val="40000"/>
                    </a:srgbClr>
                  </a:glow>
                  <a:outerShdw blurRad="76200" dist="76200" dir="5400000" algn="ctr" rotWithShape="0">
                    <a:srgbClr val="000000">
                      <a:alpha val="50000"/>
                    </a:srgbClr>
                  </a:outerShdw>
                </a:effectLst>
                <a:latin typeface="휴먼편지체"/>
                <a:ea typeface="휴먼편지체"/>
              </a:rPr>
              <a:t>Matrix Calculator</a:t>
            </a:r>
            <a:endParaRPr lang="en-US" altLang="ko-KR" sz="8000" b="1">
              <a:solidFill>
                <a:schemeClr val="bg2"/>
              </a:solidFill>
              <a:latin typeface="휴먼편지체"/>
              <a:ea typeface="휴먼편지체"/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/>
            </a:pPr>
            <a:r>
              <a:rPr lang="en-US" altLang="ko-KR" sz="4000">
                <a:effectLst>
                  <a:outerShdw blurRad="76200" dist="76200" algn="ctr" rotWithShape="0">
                    <a:srgbClr val="000000">
                      <a:alpha val="50000"/>
                    </a:srgbClr>
                  </a:outerShdw>
                </a:effectLst>
                <a:latin typeface="휴먼편지체"/>
                <a:ea typeface="휴먼편지체"/>
              </a:rPr>
              <a:t>Made By </a:t>
            </a:r>
            <a:r>
              <a:rPr lang="ko-KR" altLang="en-US" sz="4000">
                <a:effectLst>
                  <a:outerShdw blurRad="76200" dist="76200" algn="ctr" rotWithShape="0">
                    <a:srgbClr val="000000">
                      <a:alpha val="50000"/>
                    </a:srgbClr>
                  </a:outerShdw>
                </a:effectLst>
                <a:latin typeface="휴먼편지체"/>
                <a:ea typeface="휴먼편지체"/>
              </a:rPr>
              <a:t>함중욱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31799" y="123802"/>
            <a:ext cx="4379632" cy="939784"/>
          </a:xfrm>
        </p:spPr>
        <p:txBody>
          <a:bodyPr/>
          <a:lstStyle/>
          <a:p>
            <a:pPr>
              <a:defRPr/>
            </a:pPr>
            <a:r>
              <a:rPr lang="en-US" altLang="ko-KR" sz="8000">
                <a:effectLst/>
                <a:latin typeface="휴먼편지체"/>
                <a:ea typeface="휴먼편지체"/>
              </a:rPr>
              <a:t>INDEX</a:t>
            </a:r>
            <a:endParaRPr lang="en-US" altLang="ko-KR" sz="8000">
              <a:latin typeface="휴먼편지체"/>
              <a:ea typeface="휴먼편지체"/>
            </a:endParaRPr>
          </a:p>
        </p:txBody>
      </p:sp>
      <p:sp>
        <p:nvSpPr>
          <p:cNvPr id="4" name="세로 텍스트 개체 틀 3"/>
          <p:cNvSpPr>
            <a:spLocks noGrp="1"/>
          </p:cNvSpPr>
          <p:nvPr>
            <p:ph type="body" orient="vert" idx="1"/>
          </p:nvPr>
        </p:nvSpPr>
        <p:spPr>
          <a:xfrm>
            <a:off x="2983470" y="1995074"/>
            <a:ext cx="8285085" cy="4328777"/>
          </a:xfrm>
        </p:spPr>
        <p:txBody>
          <a:bodyPr vert="horz" wrap="square" lIns="91440" tIns="45720" rIns="91440" bIns="45720" anchor="t"/>
          <a:lstStyle/>
          <a:p>
            <a:pPr marL="857250" indent="-857250">
              <a:buFont typeface="휴먼편지체"/>
              <a:buChar char="Ⅰ"/>
              <a:defRPr/>
            </a:pPr>
            <a:r>
              <a:rPr lang="ko-KR" altLang="en-US" sz="6000" dirty="0">
                <a:latin typeface="휴먼편지체"/>
                <a:ea typeface="휴먼편지체"/>
              </a:rPr>
              <a:t>스케치</a:t>
            </a:r>
            <a:r>
              <a:rPr lang="en-US" altLang="ko-KR" sz="6000" dirty="0">
                <a:latin typeface="휴먼편지체"/>
                <a:ea typeface="휴먼편지체"/>
              </a:rPr>
              <a:t> </a:t>
            </a:r>
            <a:r>
              <a:rPr lang="en-US" altLang="ko-KR" sz="3000" dirty="0">
                <a:latin typeface="휴먼편지체"/>
                <a:ea typeface="휴먼편지체"/>
              </a:rPr>
              <a:t>p.2</a:t>
            </a:r>
          </a:p>
          <a:p>
            <a:pPr marL="857250" indent="-857250">
              <a:buFont typeface="휴먼편지체"/>
              <a:buChar char="Ⅱ"/>
              <a:defRPr/>
            </a:pPr>
            <a:r>
              <a:rPr lang="ko-KR" altLang="en-US" sz="6000" dirty="0">
                <a:latin typeface="휴먼편지체"/>
                <a:ea typeface="휴먼편지체"/>
              </a:rPr>
              <a:t>행렬 계산기 소개</a:t>
            </a:r>
            <a:r>
              <a:rPr lang="en-US" altLang="ko-KR" sz="6000" dirty="0">
                <a:latin typeface="휴먼편지체"/>
                <a:ea typeface="휴먼편지체"/>
              </a:rPr>
              <a:t> </a:t>
            </a:r>
            <a:r>
              <a:rPr lang="en-US" altLang="ko-KR" sz="3000" dirty="0">
                <a:latin typeface="휴먼편지체"/>
                <a:ea typeface="휴먼편지체"/>
              </a:rPr>
              <a:t>p.3~5</a:t>
            </a:r>
          </a:p>
          <a:p>
            <a:pPr marL="857250" indent="-857250">
              <a:buFont typeface="휴먼편지체"/>
              <a:buChar char="Ⅲ"/>
              <a:defRPr/>
            </a:pPr>
            <a:r>
              <a:rPr lang="ko-KR" altLang="en-US" sz="6000" dirty="0">
                <a:latin typeface="휴먼편지체"/>
                <a:ea typeface="휴먼편지체"/>
              </a:rPr>
              <a:t>코딩</a:t>
            </a:r>
            <a:r>
              <a:rPr lang="en-US" altLang="ko-KR" sz="6000" dirty="0">
                <a:latin typeface="휴먼편지체"/>
                <a:ea typeface="휴먼편지체"/>
              </a:rPr>
              <a:t> </a:t>
            </a:r>
            <a:r>
              <a:rPr lang="en-US" altLang="ko-KR" sz="3000" dirty="0">
                <a:latin typeface="휴먼편지체"/>
                <a:ea typeface="휴먼편지체"/>
              </a:rPr>
              <a:t>p.6~17</a:t>
            </a:r>
          </a:p>
          <a:p>
            <a:pPr marL="857250" indent="-857250">
              <a:buFont typeface="휴먼편지체"/>
              <a:buChar char="Ⅳ"/>
              <a:defRPr/>
            </a:pPr>
            <a:r>
              <a:rPr lang="ko-KR" altLang="en-US" sz="6000" dirty="0">
                <a:latin typeface="휴먼편지체"/>
                <a:ea typeface="휴먼편지체"/>
              </a:rPr>
              <a:t>후기 </a:t>
            </a:r>
            <a:r>
              <a:rPr lang="en-US" altLang="ko-KR" sz="3000" dirty="0">
                <a:latin typeface="휴먼편지체"/>
                <a:ea typeface="휴먼편지체"/>
              </a:rPr>
              <a:t>p.18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</a:t>
            </a:r>
          </a:p>
        </p:txBody>
      </p:sp>
      <p:pic>
        <p:nvPicPr>
          <p:cNvPr id="6" name="그림 5">
            <a:hlinkClick r:id="rId2"/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8000">
                <a:effectLst/>
                <a:latin typeface="휴먼편지체"/>
                <a:ea typeface="휴먼편지체"/>
              </a:rPr>
              <a:t>스케치</a:t>
            </a:r>
            <a:endParaRPr lang="ko-KR" altLang="en-US" sz="8000">
              <a:latin typeface="휴먼편지체"/>
              <a:ea typeface="휴먼편지체"/>
            </a:endParaRPr>
          </a:p>
        </p:txBody>
      </p:sp>
      <p:pic>
        <p:nvPicPr>
          <p:cNvPr id="3" name="내용 개체 틀 2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/>
          <a:stretch>
            <a:fillRect/>
          </a:stretch>
        </p:blipFill>
        <p:spPr>
          <a:xfrm>
            <a:off x="528258" y="1359365"/>
            <a:ext cx="10656010" cy="5024071"/>
          </a:xfrm>
          <a:prstGeom prst="rect">
            <a:avLst/>
          </a:prstGeom>
          <a:effectLst>
            <a:glow rad="63500">
              <a:srgbClr val="BCDAEB">
                <a:alpha val="90000"/>
              </a:srgbClr>
            </a:glow>
            <a:outerShdw blurRad="254000" dist="50800" dir="2700000" algn="ctr" rotWithShape="0">
              <a:srgbClr val="000000">
                <a:alpha val="50000"/>
              </a:srgbClr>
            </a:outerShdw>
            <a:softEdge rad="38100"/>
          </a:effectLst>
          <a:scene3d>
            <a:camera prst="orthographicFront"/>
            <a:lightRig rig="threePt" dir="t"/>
          </a:scene3d>
          <a:sp3d>
            <a:bevelT/>
          </a:sp3d>
        </p:spPr>
      </p:pic>
      <p:sp>
        <p:nvSpPr>
          <p:cNvPr id="4" name="TextBox 3"/>
          <p:cNvSpPr txBox="1"/>
          <p:nvPr/>
        </p:nvSpPr>
        <p:spPr>
          <a:xfrm>
            <a:off x="11694555" y="6323852"/>
            <a:ext cx="341236" cy="36401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한컴 바겐세일 B"/>
                <a:ea typeface="한컴 바겐세일 B"/>
              </a:rPr>
              <a:t>2</a:t>
            </a:r>
          </a:p>
        </p:txBody>
      </p:sp>
      <p:pic>
        <p:nvPicPr>
          <p:cNvPr id="7" name="그림 6">
            <a:hlinkClick r:id="rId3"/>
            <a:extLst>
              <a:ext uri="{FF2B5EF4-FFF2-40B4-BE49-F238E27FC236}">
                <a16:creationId xmlns:a16="http://schemas.microsoft.com/office/drawing/2014/main" id="{8CE37A20-F604-48D3-B883-36881EA6694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44499" y="143645"/>
            <a:ext cx="11302999" cy="1440180"/>
          </a:xfrm>
        </p:spPr>
        <p:txBody>
          <a:bodyPr/>
          <a:lstStyle/>
          <a:p>
            <a:pPr marL="0" indent="0">
              <a:buClr>
                <a:schemeClr val="accent6"/>
              </a:buClr>
              <a:buNone/>
              <a:defRPr/>
            </a:pPr>
            <a:r>
              <a:rPr lang="ko-KR" altLang="en-US" sz="6000">
                <a:effectLst/>
                <a:latin typeface="휴먼편지체"/>
                <a:ea typeface="휴먼편지체"/>
              </a:rPr>
              <a:t>행렬 계산기 소개</a:t>
            </a:r>
            <a:br>
              <a:rPr lang="ko-KR" altLang="en-US" sz="4000">
                <a:effectLst/>
                <a:latin typeface="휴먼편지체"/>
                <a:ea typeface="휴먼편지체"/>
              </a:rPr>
            </a:br>
            <a:endParaRPr lang="ko-KR" altLang="en-US" sz="3000">
              <a:effectLst/>
              <a:latin typeface="휴먼편지체"/>
              <a:ea typeface="휴먼편지체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3224" y="1114282"/>
            <a:ext cx="2755266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ko-KR" altLang="en-US" sz="4000">
                <a:effectLst/>
                <a:latin typeface="휴먼편지체"/>
                <a:ea typeface="휴먼편지체"/>
              </a:rPr>
              <a:t>전체화면</a:t>
            </a:r>
            <a:endParaRPr lang="ko-KR" altLang="en-US" sz="4000">
              <a:latin typeface="휴먼편지체"/>
              <a:ea typeface="휴먼편지체"/>
            </a:endParaRPr>
          </a:p>
        </p:txBody>
      </p:sp>
      <p:pic>
        <p:nvPicPr>
          <p:cNvPr id="7" name="그림 6">
            <a:hlinkClick r:id="rId3"/>
            <a:extLst>
              <a:ext uri="{FF2B5EF4-FFF2-40B4-BE49-F238E27FC236}">
                <a16:creationId xmlns:a16="http://schemas.microsoft.com/office/drawing/2014/main" id="{C77DF213-EF19-4BD5-9D00-72283497818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5E9F6A9A-097D-44BE-B775-97CF06E994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69" y="1732246"/>
            <a:ext cx="11109772" cy="4960938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내용 개체 틀 5">
            <a:extLst>
              <a:ext uri="{FF2B5EF4-FFF2-40B4-BE49-F238E27FC236}">
                <a16:creationId xmlns:a16="http://schemas.microsoft.com/office/drawing/2014/main" id="{F7D74148-55E7-4204-8734-42DC0973D9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0" y="1767921"/>
            <a:ext cx="11303000" cy="2676040"/>
          </a:xfr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85751" y="144906"/>
            <a:ext cx="11302999" cy="939784"/>
          </a:xfrm>
        </p:spPr>
        <p:txBody>
          <a:bodyPr/>
          <a:lstStyle/>
          <a:p>
            <a:pPr>
              <a:defRPr/>
            </a:pPr>
            <a:r>
              <a:rPr lang="ko-KR" altLang="en-US" sz="6000">
                <a:effectLst/>
                <a:latin typeface="휴먼편지체"/>
                <a:ea typeface="휴먼편지체"/>
              </a:rPr>
              <a:t>행렬 계산기 소개</a:t>
            </a:r>
            <a:endParaRPr lang="en-US" altLang="ko-KR" sz="6000">
              <a:effectLst/>
              <a:latin typeface="휴먼편지체"/>
              <a:ea typeface="휴먼편지체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9495" y="4928414"/>
            <a:ext cx="287222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600">
                <a:latin typeface="휴먼엑스포"/>
                <a:ea typeface="휴먼엑스포"/>
              </a:rPr>
              <a:t>1.</a:t>
            </a:r>
            <a:r>
              <a:rPr lang="ko-KR" altLang="en-US" sz="1600">
                <a:latin typeface="휴먼엑스포"/>
                <a:ea typeface="휴먼엑스포"/>
              </a:rPr>
              <a:t> 행과 열의 개수를 입력 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   </a:t>
            </a:r>
            <a:r>
              <a:rPr lang="en-US" altLang="ko-KR" sz="1600">
                <a:latin typeface="휴먼엑스포"/>
                <a:ea typeface="휴먼엑스포"/>
              </a:rPr>
              <a:t>1~9</a:t>
            </a:r>
            <a:r>
              <a:rPr lang="ko-KR" altLang="en-US" sz="1600">
                <a:latin typeface="휴먼엑스포"/>
                <a:ea typeface="휴먼엑스포"/>
              </a:rPr>
              <a:t>의 숫자 중 입력합니다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8013" y="4928414"/>
            <a:ext cx="2872227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600">
                <a:latin typeface="휴먼엑스포"/>
                <a:ea typeface="휴먼엑스포"/>
              </a:rPr>
              <a:t>2.</a:t>
            </a:r>
            <a:r>
              <a:rPr lang="ko-KR" altLang="en-US" sz="1600">
                <a:latin typeface="휴먼엑스포"/>
                <a:ea typeface="휴먼엑스포"/>
              </a:rPr>
              <a:t> 행과 열의 개수를 입력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   </a:t>
            </a:r>
            <a:r>
              <a:rPr lang="en-US" altLang="ko-KR" sz="1600">
                <a:latin typeface="휴먼엑스포"/>
                <a:ea typeface="휴먼엑스포"/>
              </a:rPr>
              <a:t>1~9</a:t>
            </a:r>
            <a:r>
              <a:rPr lang="ko-KR" altLang="en-US" sz="1600">
                <a:latin typeface="휴먼엑스포"/>
                <a:ea typeface="휴먼엑스포"/>
              </a:rPr>
              <a:t>의 숫자 중 입력합니다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20499" y="4881279"/>
            <a:ext cx="4658588" cy="2108269"/>
          </a:xfrm>
          <a:prstGeom prst="rect">
            <a:avLst/>
          </a:prstGeom>
        </p:spPr>
        <p:txBody>
          <a:bodyPr wrap="square" bIns="0">
            <a:spAutoFit/>
          </a:bodyPr>
          <a:lstStyle/>
          <a:p>
            <a:pPr>
              <a:defRPr/>
            </a:pPr>
            <a:r>
              <a:rPr lang="en-US" altLang="ko-KR" sz="1400">
                <a:latin typeface="휴먼엑스포"/>
                <a:ea typeface="휴먼엑스포"/>
              </a:rPr>
              <a:t>3.</a:t>
            </a:r>
            <a:r>
              <a:rPr lang="ko-KR" altLang="en-US" sz="1400">
                <a:latin typeface="휴먼엑스포"/>
                <a:ea typeface="휴먼엑스포"/>
              </a:rPr>
              <a:t> 자동완성</a:t>
            </a:r>
            <a:r>
              <a:rPr lang="en-US" altLang="ko-KR" sz="1400">
                <a:latin typeface="휴먼엑스포"/>
                <a:ea typeface="휴먼엑스포"/>
              </a:rPr>
              <a:t>:</a:t>
            </a:r>
            <a:r>
              <a:rPr lang="ko-KR" altLang="en-US" sz="1400">
                <a:latin typeface="휴먼엑스포"/>
                <a:ea typeface="휴먼엑스포"/>
              </a:rPr>
              <a:t> </a:t>
            </a:r>
            <a:r>
              <a:rPr lang="en-US" altLang="ko-KR" sz="1400">
                <a:latin typeface="휴먼엑스포"/>
                <a:ea typeface="휴먼엑스포"/>
              </a:rPr>
              <a:t>1,2</a:t>
            </a:r>
            <a:r>
              <a:rPr lang="ko-KR" altLang="en-US" sz="1400">
                <a:latin typeface="휴먼엑스포"/>
                <a:ea typeface="휴먼엑스포"/>
              </a:rPr>
              <a:t>의 입력된 행과 열의 값이 </a:t>
            </a:r>
            <a:r>
              <a:rPr lang="en-US" altLang="ko-KR" sz="1400">
                <a:latin typeface="휴먼엑스포"/>
                <a:ea typeface="휴먼엑스포"/>
              </a:rPr>
              <a:t>1~99</a:t>
            </a:r>
            <a:r>
              <a:rPr lang="ko-KR" altLang="en-US" sz="1400">
                <a:latin typeface="휴먼엑스포"/>
                <a:ea typeface="휴먼엑스포"/>
              </a:rPr>
              <a:t>까지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   랜덤으로 입력 됩니다</a:t>
            </a:r>
            <a:r>
              <a:rPr lang="en-US" altLang="ko-KR" sz="1400">
                <a:latin typeface="휴먼엑스포"/>
                <a:ea typeface="휴먼엑스포"/>
              </a:rPr>
              <a:t>.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   직접입력</a:t>
            </a:r>
            <a:r>
              <a:rPr lang="en-US" altLang="ko-KR" sz="1400">
                <a:latin typeface="휴먼엑스포"/>
                <a:ea typeface="휴먼엑스포"/>
              </a:rPr>
              <a:t>:</a:t>
            </a:r>
            <a:r>
              <a:rPr lang="ko-KR" altLang="en-US" sz="1400">
                <a:latin typeface="휴먼엑스포"/>
                <a:ea typeface="휴먼엑스포"/>
              </a:rPr>
              <a:t> 입력된 행과 열의 값을 직접 입력합니다</a:t>
            </a:r>
            <a:r>
              <a:rPr lang="en-US" altLang="ko-KR" sz="1400">
                <a:latin typeface="휴먼엑스포"/>
                <a:ea typeface="휴먼엑스포"/>
              </a:rPr>
              <a:t>.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   리셋</a:t>
            </a:r>
            <a:r>
              <a:rPr lang="en-US" altLang="ko-KR" sz="1400">
                <a:latin typeface="휴먼엑스포"/>
                <a:ea typeface="휴먼엑스포"/>
              </a:rPr>
              <a:t>:</a:t>
            </a:r>
            <a:r>
              <a:rPr lang="ko-KR" altLang="en-US" sz="1400">
                <a:latin typeface="휴먼엑스포"/>
                <a:ea typeface="휴먼엑스포"/>
              </a:rPr>
              <a:t> </a:t>
            </a:r>
            <a:r>
              <a:rPr lang="en-US" altLang="ko-KR" sz="1400">
                <a:latin typeface="휴먼엑스포"/>
                <a:ea typeface="휴먼엑스포"/>
              </a:rPr>
              <a:t>1,2</a:t>
            </a:r>
            <a:r>
              <a:rPr lang="ko-KR" altLang="en-US" sz="1400">
                <a:latin typeface="휴먼엑스포"/>
                <a:ea typeface="휴먼엑스포"/>
              </a:rPr>
              <a:t>의 행과 열의 값을 초기화합니다</a:t>
            </a:r>
            <a:r>
              <a:rPr lang="en-US" altLang="ko-KR" sz="1400">
                <a:latin typeface="휴먼엑스포"/>
                <a:ea typeface="휴먼엑스포"/>
              </a:rPr>
              <a:t>.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   더하기</a:t>
            </a:r>
            <a:r>
              <a:rPr lang="en-US" altLang="ko-KR" sz="1400">
                <a:latin typeface="휴먼엑스포"/>
                <a:ea typeface="휴먼엑스포"/>
              </a:rPr>
              <a:t>:</a:t>
            </a:r>
            <a:r>
              <a:rPr lang="ko-KR" altLang="en-US" sz="1400">
                <a:latin typeface="휴먼엑스포"/>
                <a:ea typeface="휴먼엑스포"/>
              </a:rPr>
              <a:t> </a:t>
            </a:r>
            <a:r>
              <a:rPr lang="en-US" altLang="ko-KR" sz="1400">
                <a:latin typeface="휴먼엑스포"/>
                <a:ea typeface="휴먼엑스포"/>
              </a:rPr>
              <a:t>1,2</a:t>
            </a:r>
            <a:r>
              <a:rPr lang="ko-KR" altLang="en-US" sz="1400">
                <a:latin typeface="휴먼엑스포"/>
                <a:ea typeface="휴먼엑스포"/>
              </a:rPr>
              <a:t>의 행과 열의 값을 더합니다</a:t>
            </a:r>
            <a:r>
              <a:rPr lang="en-US" altLang="ko-KR" sz="1400">
                <a:latin typeface="휴먼엑스포"/>
                <a:ea typeface="휴먼엑스포"/>
              </a:rPr>
              <a:t>.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   빼기</a:t>
            </a:r>
            <a:r>
              <a:rPr lang="en-US" altLang="ko-KR" sz="1400">
                <a:latin typeface="휴먼엑스포"/>
                <a:ea typeface="휴먼엑스포"/>
              </a:rPr>
              <a:t>:</a:t>
            </a:r>
            <a:r>
              <a:rPr lang="ko-KR" altLang="en-US" sz="1400">
                <a:latin typeface="휴먼엑스포"/>
                <a:ea typeface="휴먼엑스포"/>
              </a:rPr>
              <a:t> </a:t>
            </a:r>
            <a:r>
              <a:rPr lang="en-US" altLang="ko-KR" sz="1400">
                <a:latin typeface="휴먼엑스포"/>
                <a:ea typeface="휴먼엑스포"/>
              </a:rPr>
              <a:t>1,2</a:t>
            </a:r>
            <a:r>
              <a:rPr lang="ko-KR" altLang="en-US" sz="1400">
                <a:latin typeface="휴먼엑스포"/>
                <a:ea typeface="휴먼엑스포"/>
              </a:rPr>
              <a:t>의 행과 열의 값을 뺍니다</a:t>
            </a:r>
            <a:r>
              <a:rPr lang="en-US" altLang="ko-KR" sz="1400">
                <a:latin typeface="휴먼엑스포"/>
                <a:ea typeface="휴먼엑스포"/>
              </a:rPr>
              <a:t>.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   곱하기</a:t>
            </a:r>
            <a:r>
              <a:rPr lang="en-US" altLang="ko-KR" sz="1400">
                <a:latin typeface="휴먼엑스포"/>
                <a:ea typeface="휴먼엑스포"/>
              </a:rPr>
              <a:t>:</a:t>
            </a:r>
            <a:r>
              <a:rPr lang="ko-KR" altLang="en-US" sz="1400">
                <a:latin typeface="휴먼엑스포"/>
                <a:ea typeface="휴먼엑스포"/>
              </a:rPr>
              <a:t> </a:t>
            </a:r>
            <a:r>
              <a:rPr lang="en-US" altLang="ko-KR" sz="1400">
                <a:latin typeface="휴먼엑스포"/>
                <a:ea typeface="휴먼엑스포"/>
              </a:rPr>
              <a:t>1,2</a:t>
            </a:r>
            <a:r>
              <a:rPr lang="ko-KR" altLang="en-US" sz="1400">
                <a:latin typeface="휴먼엑스포"/>
                <a:ea typeface="휴먼엑스포"/>
              </a:rPr>
              <a:t>의 행과 열의 값을 곱합니다</a:t>
            </a:r>
            <a:r>
              <a:rPr lang="en-US" altLang="ko-KR" sz="1400">
                <a:latin typeface="휴먼엑스포"/>
                <a:ea typeface="휴먼엑스포"/>
              </a:rPr>
              <a:t>.</a:t>
            </a:r>
          </a:p>
          <a:p>
            <a:pPr>
              <a:defRPr/>
            </a:pPr>
            <a:endParaRPr lang="ko-KR" altLang="en-US" sz="1600">
              <a:latin typeface="휴먼엑스포"/>
              <a:ea typeface="휴먼엑스포"/>
            </a:endParaRPr>
          </a:p>
          <a:p>
            <a:pPr>
              <a:defRPr/>
            </a:pPr>
            <a:endParaRPr lang="en-US" altLang="ko-KR" sz="1600">
              <a:latin typeface="휴먼엑스포"/>
              <a:ea typeface="휴먼엑스포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4</a:t>
            </a:r>
          </a:p>
        </p:txBody>
      </p:sp>
      <p:sp>
        <p:nvSpPr>
          <p:cNvPr id="16" name="TextBox 5"/>
          <p:cNvSpPr txBox="1"/>
          <p:nvPr/>
        </p:nvSpPr>
        <p:spPr>
          <a:xfrm>
            <a:off x="403223" y="1114282"/>
            <a:ext cx="2650492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3"/>
              </a:buBlip>
              <a:defRPr/>
            </a:pPr>
            <a:r>
              <a:rPr lang="ko-KR" altLang="en-US" sz="4000">
                <a:effectLst/>
                <a:latin typeface="휴먼편지체"/>
                <a:ea typeface="휴먼편지체"/>
              </a:rPr>
              <a:t>이용방법</a:t>
            </a:r>
            <a:endParaRPr lang="ko-KR" altLang="en-US" sz="4000">
              <a:latin typeface="휴먼편지체"/>
              <a:ea typeface="휴먼편지체"/>
            </a:endParaRPr>
          </a:p>
        </p:txBody>
      </p:sp>
      <p:sp useBgFill="1">
        <p:nvSpPr>
          <p:cNvPr id="26" name="화살표: 위쪽 5"/>
          <p:cNvSpPr/>
          <p:nvPr/>
        </p:nvSpPr>
        <p:spPr>
          <a:xfrm>
            <a:off x="1355408" y="4078368"/>
            <a:ext cx="214779" cy="821765"/>
          </a:xfrm>
          <a:prstGeom prst="upArrow">
            <a:avLst>
              <a:gd name="adj1" fmla="val 50000"/>
              <a:gd name="adj2" fmla="val 50000"/>
            </a:avLst>
          </a:prstGeom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sp useBgFill="1">
        <p:nvSpPr>
          <p:cNvPr id="27" name="화살표: 위쪽 7"/>
          <p:cNvSpPr/>
          <p:nvPr/>
        </p:nvSpPr>
        <p:spPr>
          <a:xfrm>
            <a:off x="5164796" y="4078368"/>
            <a:ext cx="214779" cy="821765"/>
          </a:xfrm>
          <a:prstGeom prst="upArrow">
            <a:avLst>
              <a:gd name="adj1" fmla="val 50000"/>
              <a:gd name="adj2" fmla="val 50000"/>
            </a:avLst>
          </a:prstGeom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sp useBgFill="1">
        <p:nvSpPr>
          <p:cNvPr id="29" name="화살표: 위쪽 9"/>
          <p:cNvSpPr/>
          <p:nvPr/>
        </p:nvSpPr>
        <p:spPr>
          <a:xfrm>
            <a:off x="9198667" y="4049793"/>
            <a:ext cx="214779" cy="821765"/>
          </a:xfrm>
          <a:prstGeom prst="upArrow">
            <a:avLst>
              <a:gd name="adj1" fmla="val 50000"/>
              <a:gd name="adj2" fmla="val 50000"/>
            </a:avLst>
          </a:prstGeom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pic>
        <p:nvPicPr>
          <p:cNvPr id="15" name="그림 14">
            <a:hlinkClick r:id="rId4"/>
            <a:extLst>
              <a:ext uri="{FF2B5EF4-FFF2-40B4-BE49-F238E27FC236}">
                <a16:creationId xmlns:a16="http://schemas.microsoft.com/office/drawing/2014/main" id="{E0AA2688-6577-444F-8AFC-23530420077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77294BC-F707-4811-B92D-B0A8F78704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5750" y="2011692"/>
            <a:ext cx="11303000" cy="3340035"/>
          </a:xfrm>
        </p:spPr>
      </p:pic>
      <p:sp>
        <p:nvSpPr>
          <p:cNvPr id="7" name="TextBox 6"/>
          <p:cNvSpPr txBox="1"/>
          <p:nvPr/>
        </p:nvSpPr>
        <p:spPr>
          <a:xfrm>
            <a:off x="964642" y="6074882"/>
            <a:ext cx="318315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600">
                <a:latin typeface="휴먼엑스포"/>
                <a:ea typeface="휴먼엑스포"/>
              </a:rPr>
              <a:t>4.</a:t>
            </a:r>
            <a:r>
              <a:rPr lang="ko-KR" altLang="en-US" sz="1600">
                <a:latin typeface="휴먼엑스포"/>
                <a:ea typeface="휴먼엑스포"/>
              </a:rPr>
              <a:t> 행과 열의 값이 생성됩니다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  <a:endParaRPr lang="ko-KR" altLang="en-US" sz="1600">
              <a:latin typeface="휴먼엑스포"/>
              <a:ea typeface="휴먼엑스포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974419" y="6090027"/>
            <a:ext cx="309805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600">
                <a:latin typeface="휴먼엑스포"/>
                <a:ea typeface="휴먼엑스포"/>
              </a:rPr>
              <a:t>5.</a:t>
            </a:r>
            <a:r>
              <a:rPr lang="ko-KR" altLang="en-US" sz="1600">
                <a:latin typeface="휴먼엑스포"/>
                <a:ea typeface="휴먼엑스포"/>
              </a:rPr>
              <a:t> 행과 열의 값이 생성됩니다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36506" y="5999237"/>
            <a:ext cx="26442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en-US" altLang="ko-KR" sz="1600">
                <a:latin typeface="휴먼엑스포"/>
                <a:ea typeface="휴먼엑스포"/>
              </a:rPr>
              <a:t>6.</a:t>
            </a:r>
            <a:r>
              <a:rPr lang="ko-KR" altLang="en-US" sz="1600">
                <a:latin typeface="휴먼엑스포"/>
                <a:ea typeface="휴먼엑스포"/>
              </a:rPr>
              <a:t> 좌 우의 행과 열의 값의</a:t>
            </a:r>
          </a:p>
          <a:p>
            <a:pPr>
              <a:defRPr/>
            </a:pPr>
            <a:r>
              <a:rPr lang="en-US" altLang="ko-KR" sz="1600">
                <a:latin typeface="휴먼엑스포"/>
                <a:ea typeface="휴먼엑스포"/>
              </a:rPr>
              <a:t>   </a:t>
            </a:r>
            <a:r>
              <a:rPr lang="ko-KR" altLang="en-US" sz="1600">
                <a:latin typeface="휴먼엑스포"/>
                <a:ea typeface="휴먼엑스포"/>
              </a:rPr>
              <a:t>결과</a:t>
            </a:r>
            <a:r>
              <a:rPr lang="en-US" altLang="ko-KR" sz="1600">
                <a:latin typeface="휴먼엑스포"/>
                <a:ea typeface="휴먼엑스포"/>
              </a:rPr>
              <a:t> </a:t>
            </a:r>
            <a:r>
              <a:rPr lang="ko-KR" altLang="en-US" sz="1600">
                <a:latin typeface="휴먼엑스포"/>
                <a:ea typeface="휴먼엑스포"/>
              </a:rPr>
              <a:t>값을 도출합니다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5</a:t>
            </a:r>
          </a:p>
        </p:txBody>
      </p:sp>
      <p:sp>
        <p:nvSpPr>
          <p:cNvPr id="14" name="제목 1"/>
          <p:cNvSpPr>
            <a:spLocks noGrp="1"/>
          </p:cNvSpPr>
          <p:nvPr>
            <p:ph type="title"/>
          </p:nvPr>
        </p:nvSpPr>
        <p:spPr>
          <a:xfrm>
            <a:off x="285751" y="144906"/>
            <a:ext cx="11302999" cy="939784"/>
          </a:xfrm>
        </p:spPr>
        <p:txBody>
          <a:bodyPr/>
          <a:lstStyle/>
          <a:p>
            <a:pPr>
              <a:defRPr/>
            </a:pPr>
            <a:r>
              <a:rPr lang="ko-KR" altLang="en-US" sz="6000">
                <a:effectLst/>
                <a:latin typeface="휴먼편지체"/>
                <a:ea typeface="휴먼편지체"/>
              </a:rPr>
              <a:t>행렬 계산기 소개</a:t>
            </a:r>
            <a:endParaRPr lang="en-US" altLang="ko-KR" sz="6000">
              <a:effectLst/>
              <a:latin typeface="휴먼편지체"/>
              <a:ea typeface="휴먼편지체"/>
            </a:endParaRPr>
          </a:p>
        </p:txBody>
      </p:sp>
      <p:sp>
        <p:nvSpPr>
          <p:cNvPr id="16" name="TextBox 5"/>
          <p:cNvSpPr txBox="1"/>
          <p:nvPr/>
        </p:nvSpPr>
        <p:spPr>
          <a:xfrm>
            <a:off x="403223" y="1114282"/>
            <a:ext cx="2650492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3"/>
              </a:buBlip>
              <a:defRPr/>
            </a:pPr>
            <a:r>
              <a:rPr lang="ko-KR" altLang="en-US" sz="4000">
                <a:effectLst/>
                <a:latin typeface="휴먼편지체"/>
                <a:ea typeface="휴먼편지체"/>
              </a:rPr>
              <a:t>이용방법</a:t>
            </a:r>
            <a:endParaRPr lang="ko-KR" altLang="en-US" sz="4000">
              <a:latin typeface="휴먼편지체"/>
              <a:ea typeface="휴먼편지체"/>
            </a:endParaRPr>
          </a:p>
        </p:txBody>
      </p:sp>
      <p:sp useBgFill="1">
        <p:nvSpPr>
          <p:cNvPr id="27" name="화살표: 위쪽 16"/>
          <p:cNvSpPr/>
          <p:nvPr/>
        </p:nvSpPr>
        <p:spPr>
          <a:xfrm>
            <a:off x="1374115" y="5177472"/>
            <a:ext cx="214779" cy="821765"/>
          </a:xfrm>
          <a:prstGeom prst="upArrow">
            <a:avLst>
              <a:gd name="adj1" fmla="val 50000"/>
              <a:gd name="adj2" fmla="val 50000"/>
            </a:avLst>
          </a:prstGeom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sp useBgFill="1">
        <p:nvSpPr>
          <p:cNvPr id="28" name="화살표: 위쪽 18"/>
          <p:cNvSpPr/>
          <p:nvPr/>
        </p:nvSpPr>
        <p:spPr>
          <a:xfrm>
            <a:off x="5428735" y="5177472"/>
            <a:ext cx="214779" cy="821765"/>
          </a:xfrm>
          <a:prstGeom prst="upArrow">
            <a:avLst>
              <a:gd name="adj1" fmla="val 50000"/>
              <a:gd name="adj2" fmla="val 50000"/>
            </a:avLst>
          </a:prstGeom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sp useBgFill="1">
        <p:nvSpPr>
          <p:cNvPr id="29" name="화살표: 위쪽 19"/>
          <p:cNvSpPr/>
          <p:nvPr/>
        </p:nvSpPr>
        <p:spPr>
          <a:xfrm>
            <a:off x="9483355" y="5146642"/>
            <a:ext cx="214779" cy="747059"/>
          </a:xfrm>
          <a:prstGeom prst="upArrow">
            <a:avLst>
              <a:gd name="adj1" fmla="val 50000"/>
              <a:gd name="adj2" fmla="val 50000"/>
            </a:avLst>
          </a:prstGeom>
          <a:ln>
            <a:solidFill>
              <a:schemeClr val="dk1"/>
            </a:solidFill>
          </a:ln>
        </p:spPr>
        <p:style>
          <a:lnRef idx="2">
            <a:schemeClr val="accent1">
              <a:shade val="2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pic>
        <p:nvPicPr>
          <p:cNvPr id="13" name="그림 12">
            <a:hlinkClick r:id="rId4"/>
            <a:extLst>
              <a:ext uri="{FF2B5EF4-FFF2-40B4-BE49-F238E27FC236}">
                <a16:creationId xmlns:a16="http://schemas.microsoft.com/office/drawing/2014/main" id="{C2896A72-9270-4040-A4B3-0139D9899980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1621425" y="5797496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effectLst/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sp>
        <p:nvSpPr>
          <p:cNvPr id="11" name="오른쪽 중괄호 10"/>
          <p:cNvSpPr/>
          <p:nvPr/>
        </p:nvSpPr>
        <p:spPr>
          <a:xfrm>
            <a:off x="9000238" y="2507173"/>
            <a:ext cx="403659" cy="714968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83910" y="2582810"/>
            <a:ext cx="270809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좌측 행과 열의 값을 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입력받기 위한 영역입니다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3" name="오른쪽 중괄호 12"/>
          <p:cNvSpPr/>
          <p:nvPr/>
        </p:nvSpPr>
        <p:spPr>
          <a:xfrm>
            <a:off x="9000239" y="3504416"/>
            <a:ext cx="403659" cy="752598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483910" y="3571091"/>
            <a:ext cx="270809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우측 행과 열의 값을 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입력받기 위한 영역입니다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5" name="오른쪽 중괄호 14"/>
          <p:cNvSpPr/>
          <p:nvPr/>
        </p:nvSpPr>
        <p:spPr>
          <a:xfrm>
            <a:off x="9000238" y="4460240"/>
            <a:ext cx="403659" cy="1796646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483910" y="5056525"/>
            <a:ext cx="270809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더하기</a:t>
            </a:r>
            <a:r>
              <a:rPr lang="en-US" altLang="ko-KR" sz="1600">
                <a:latin typeface="휴먼엑스포"/>
                <a:ea typeface="휴먼엑스포"/>
              </a:rPr>
              <a:t>,</a:t>
            </a:r>
            <a:r>
              <a:rPr lang="ko-KR" altLang="en-US" sz="1600">
                <a:latin typeface="휴먼엑스포"/>
                <a:ea typeface="휴먼엑스포"/>
              </a:rPr>
              <a:t> 빼기</a:t>
            </a:r>
            <a:r>
              <a:rPr lang="en-US" altLang="ko-KR" sz="1600">
                <a:latin typeface="휴먼엑스포"/>
                <a:ea typeface="휴먼엑스포"/>
              </a:rPr>
              <a:t>,</a:t>
            </a:r>
            <a:r>
              <a:rPr lang="ko-KR" altLang="en-US" sz="1600">
                <a:latin typeface="휴먼엑스포"/>
                <a:ea typeface="휴먼엑스포"/>
              </a:rPr>
              <a:t> 곱하기</a:t>
            </a:r>
            <a:r>
              <a:rPr lang="en-US" altLang="ko-KR" sz="1600">
                <a:latin typeface="휴먼엑스포"/>
                <a:ea typeface="휴먼엑스포"/>
              </a:rPr>
              <a:t>,</a:t>
            </a:r>
            <a:r>
              <a:rPr lang="ko-KR" altLang="en-US" sz="1600">
                <a:latin typeface="휴먼엑스포"/>
                <a:ea typeface="휴먼엑스포"/>
              </a:rPr>
              <a:t> 자동완성</a:t>
            </a:r>
            <a:r>
              <a:rPr lang="en-US" altLang="ko-KR" sz="1600">
                <a:latin typeface="휴먼엑스포"/>
                <a:ea typeface="휴먼엑스포"/>
              </a:rPr>
              <a:t>,</a:t>
            </a:r>
            <a:r>
              <a:rPr lang="ko-KR" altLang="en-US" sz="1600">
                <a:latin typeface="휴먼엑스포"/>
                <a:ea typeface="휴먼엑스포"/>
              </a:rPr>
              <a:t> 직접입력</a:t>
            </a:r>
            <a:r>
              <a:rPr lang="en-US" altLang="ko-KR" sz="1600">
                <a:latin typeface="휴먼엑스포"/>
                <a:ea typeface="휴먼엑스포"/>
              </a:rPr>
              <a:t>,</a:t>
            </a:r>
            <a:r>
              <a:rPr lang="ko-KR" altLang="en-US" sz="1600">
                <a:latin typeface="휴먼엑스포"/>
                <a:ea typeface="휴먼엑스포"/>
              </a:rPr>
              <a:t> 리셋 버튼 영역입니다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6</a:t>
            </a:r>
          </a:p>
        </p:txBody>
      </p:sp>
      <p:sp>
        <p:nvSpPr>
          <p:cNvPr id="22" name="TextBox 5"/>
          <p:cNvSpPr txBox="1"/>
          <p:nvPr/>
        </p:nvSpPr>
        <p:spPr>
          <a:xfrm>
            <a:off x="403223" y="1114282"/>
            <a:ext cx="1964692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Html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00568" y="1820834"/>
            <a:ext cx="8799669" cy="4645955"/>
          </a:xfrm>
          <a:prstGeom prst="rect">
            <a:avLst/>
          </a:prstGeom>
        </p:spPr>
      </p:pic>
      <p:pic>
        <p:nvPicPr>
          <p:cNvPr id="18" name="그림 17">
            <a:hlinkClick r:id="rId4"/>
            <a:extLst>
              <a:ext uri="{FF2B5EF4-FFF2-40B4-BE49-F238E27FC236}">
                <a16:creationId xmlns:a16="http://schemas.microsoft.com/office/drawing/2014/main" id="{567E240B-7041-401E-9C7B-AD0EEBC943C1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pic>
        <p:nvPicPr>
          <p:cNvPr id="15" name="내용 개체 틀 14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31796" y="1902757"/>
            <a:ext cx="8346032" cy="4421094"/>
          </a:xfrm>
          <a:prstGeom prst="rect">
            <a:avLst/>
          </a:prstGeom>
        </p:spPr>
      </p:pic>
      <p:sp>
        <p:nvSpPr>
          <p:cNvPr id="6" name="오른쪽 중괄호 5"/>
          <p:cNvSpPr/>
          <p:nvPr/>
        </p:nvSpPr>
        <p:spPr>
          <a:xfrm>
            <a:off x="8777828" y="2327979"/>
            <a:ext cx="435969" cy="1267162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213796" y="2673550"/>
            <a:ext cx="29782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좌우의 입력된 행렬의 값이 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그려지는 영역입니다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8" name="오른쪽 중괄호 7"/>
          <p:cNvSpPr/>
          <p:nvPr/>
        </p:nvSpPr>
        <p:spPr>
          <a:xfrm>
            <a:off x="8777827" y="4372666"/>
            <a:ext cx="435969" cy="737720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213797" y="4455757"/>
            <a:ext cx="297820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좌우의 입력된 행렬의 값을 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연산 후 그려지는 영역입니다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1" name="오른쪽 중괄호 10"/>
          <p:cNvSpPr/>
          <p:nvPr/>
        </p:nvSpPr>
        <p:spPr>
          <a:xfrm>
            <a:off x="8777828" y="5401385"/>
            <a:ext cx="435969" cy="737720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213796" y="5601792"/>
            <a:ext cx="2978204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경고 문구를 출력하는 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영역입니다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7</a:t>
            </a:r>
          </a:p>
        </p:txBody>
      </p:sp>
      <p:sp>
        <p:nvSpPr>
          <p:cNvPr id="17" name="TextBox 5"/>
          <p:cNvSpPr txBox="1"/>
          <p:nvPr/>
        </p:nvSpPr>
        <p:spPr>
          <a:xfrm>
            <a:off x="403223" y="1047607"/>
            <a:ext cx="1964692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3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Html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14" name="그림 13">
            <a:hlinkClick r:id="rId4"/>
            <a:extLst>
              <a:ext uri="{FF2B5EF4-FFF2-40B4-BE49-F238E27FC236}">
                <a16:creationId xmlns:a16="http://schemas.microsoft.com/office/drawing/2014/main" id="{E73E2CAE-E7FD-460B-BC79-04158190D535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sp>
        <p:nvSpPr>
          <p:cNvPr id="4" name="오른쪽 중괄호 3"/>
          <p:cNvSpPr/>
          <p:nvPr/>
        </p:nvSpPr>
        <p:spPr>
          <a:xfrm>
            <a:off x="9046710" y="2193037"/>
            <a:ext cx="537927" cy="3912137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 altLang="ko-KR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584637" y="3811101"/>
            <a:ext cx="260736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직접입력 버튼 클릭</a:t>
            </a:r>
            <a:r>
              <a:rPr lang="en-US" altLang="ko-KR" sz="1600">
                <a:latin typeface="휴먼엑스포"/>
                <a:ea typeface="휴먼엑스포"/>
              </a:rPr>
              <a:t> </a:t>
            </a:r>
            <a:r>
              <a:rPr lang="ko-KR" altLang="en-US" sz="1600">
                <a:latin typeface="휴먼엑스포"/>
                <a:ea typeface="휴먼엑스포"/>
              </a:rPr>
              <a:t>시</a:t>
            </a:r>
            <a:r>
              <a:rPr lang="en-US" altLang="ko-KR" sz="1600">
                <a:latin typeface="휴먼엑스포"/>
                <a:ea typeface="휴먼엑스포"/>
              </a:rPr>
              <a:t> </a:t>
            </a:r>
          </a:p>
          <a:p>
            <a:pPr>
              <a:defRPr/>
            </a:pPr>
            <a:r>
              <a:rPr lang="ko-KR" altLang="en-US" sz="1600">
                <a:latin typeface="휴먼엑스포"/>
                <a:ea typeface="휴먼엑스포"/>
              </a:rPr>
              <a:t>그려지는 행렬의 메소드입니다</a:t>
            </a:r>
            <a:r>
              <a:rPr lang="en-US" altLang="ko-KR" sz="16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8</a:t>
            </a:r>
          </a:p>
        </p:txBody>
      </p:sp>
      <p:sp>
        <p:nvSpPr>
          <p:cNvPr id="11" name="TextBox 5"/>
          <p:cNvSpPr txBox="1"/>
          <p:nvPr/>
        </p:nvSpPr>
        <p:spPr>
          <a:xfrm>
            <a:off x="403222" y="1047607"/>
            <a:ext cx="2193293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Script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9" name="그림 8">
            <a:hlinkClick r:id="rId3"/>
            <a:extLst>
              <a:ext uri="{FF2B5EF4-FFF2-40B4-BE49-F238E27FC236}">
                <a16:creationId xmlns:a16="http://schemas.microsoft.com/office/drawing/2014/main" id="{FB6499F5-FCD6-415E-8E0C-FD7A5561BB4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8EA9CE91-B882-4ADF-ACBE-120848ED22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050" y="1987391"/>
            <a:ext cx="9111111" cy="4364004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/>
          <p:cNvSpPr>
            <a:spLocks noGrp="1"/>
          </p:cNvSpPr>
          <p:nvPr/>
        </p:nvSpPr>
        <p:spPr>
          <a:xfrm>
            <a:off x="431799" y="123802"/>
            <a:ext cx="11302999" cy="939784"/>
          </a:xfrm>
          <a:prstGeom prst="rect">
            <a:avLst/>
          </a:prstGeom>
        </p:spPr>
        <p:txBody>
          <a:bodyPr vert="horz" lIns="91440" tIns="45720" rIns="91440" bIns="45720" anchor="ctr"/>
          <a:lstStyle/>
          <a:p>
            <a: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None/>
              <a:defRPr/>
            </a:pPr>
            <a:r>
              <a:rPr kumimoji="0" lang="ko-KR" altLang="en-US" sz="6000" b="0" i="0" u="none" strike="noStrike" kern="1200" cap="none" spc="0" normalizeH="0" baseline="0">
                <a:solidFill>
                  <a:schemeClr val="accent6"/>
                </a:solidFill>
                <a:latin typeface="휴먼편지체"/>
                <a:ea typeface="휴먼편지체"/>
              </a:rPr>
              <a:t>코딩</a:t>
            </a:r>
            <a:endParaRPr kumimoji="0" lang="en-US" altLang="ko-KR" sz="6000" b="0" i="0" u="none" strike="noStrike" kern="1200" cap="none" spc="0" normalizeH="0" baseline="0">
              <a:solidFill>
                <a:schemeClr val="accent6"/>
              </a:solidFill>
              <a:latin typeface="휴먼편지체"/>
              <a:ea typeface="휴먼편지체"/>
            </a:endParaRPr>
          </a:p>
        </p:txBody>
      </p:sp>
      <p:sp>
        <p:nvSpPr>
          <p:cNvPr id="5" name="오른쪽 중괄호 3"/>
          <p:cNvSpPr/>
          <p:nvPr/>
        </p:nvSpPr>
        <p:spPr>
          <a:xfrm>
            <a:off x="9046711" y="2414030"/>
            <a:ext cx="537927" cy="3455731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 altLang="ko-KR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6" name="TextBox 4"/>
          <p:cNvSpPr txBox="1"/>
          <p:nvPr/>
        </p:nvSpPr>
        <p:spPr>
          <a:xfrm>
            <a:off x="9584637" y="3853302"/>
            <a:ext cx="2607363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600" dirty="0">
                <a:latin typeface="휴먼엑스포"/>
                <a:ea typeface="휴먼엑스포"/>
              </a:rPr>
              <a:t>자동완성 버튼 클릭 시 그려지는 배열 메소드</a:t>
            </a:r>
          </a:p>
        </p:txBody>
      </p:sp>
      <p:sp>
        <p:nvSpPr>
          <p:cNvPr id="7" name="TextBox 5"/>
          <p:cNvSpPr txBox="1"/>
          <p:nvPr/>
        </p:nvSpPr>
        <p:spPr>
          <a:xfrm>
            <a:off x="11694555" y="6323852"/>
            <a:ext cx="29687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9</a:t>
            </a:r>
          </a:p>
        </p:txBody>
      </p:sp>
      <p:sp>
        <p:nvSpPr>
          <p:cNvPr id="11" name="TextBox 5"/>
          <p:cNvSpPr txBox="1"/>
          <p:nvPr/>
        </p:nvSpPr>
        <p:spPr>
          <a:xfrm>
            <a:off x="403222" y="1047607"/>
            <a:ext cx="2193293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Script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10" name="그림 9">
            <a:hlinkClick r:id="rId3"/>
            <a:extLst>
              <a:ext uri="{FF2B5EF4-FFF2-40B4-BE49-F238E27FC236}">
                <a16:creationId xmlns:a16="http://schemas.microsoft.com/office/drawing/2014/main" id="{D60049A5-2986-4025-B2A7-7C682715C3A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F2618216-F436-4F87-B88A-9AF34F4077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475" y="1697878"/>
            <a:ext cx="9055100" cy="4995306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sp>
        <p:nvSpPr>
          <p:cNvPr id="5" name="오른쪽 중괄호 4"/>
          <p:cNvSpPr/>
          <p:nvPr/>
        </p:nvSpPr>
        <p:spPr>
          <a:xfrm>
            <a:off x="9622609" y="2342262"/>
            <a:ext cx="432328" cy="3733543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 altLang="ko-KR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64363" y="3836685"/>
            <a:ext cx="212429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 sz="1400" dirty="0">
                <a:latin typeface="휴먼엑스포"/>
                <a:ea typeface="휴먼엑스포"/>
              </a:rPr>
              <a:t>두개의 </a:t>
            </a:r>
            <a:r>
              <a:rPr lang="ko-KR" altLang="en-US" sz="1400" dirty="0" err="1">
                <a:latin typeface="휴먼엑스포"/>
                <a:ea typeface="휴먼엑스포"/>
              </a:rPr>
              <a:t>배열값을</a:t>
            </a:r>
            <a:r>
              <a:rPr lang="ko-KR" altLang="en-US" sz="1400" dirty="0">
                <a:latin typeface="휴먼엑스포"/>
                <a:ea typeface="휴먼엑스포"/>
              </a:rPr>
              <a:t> 더한</a:t>
            </a:r>
            <a:br>
              <a:rPr lang="en-US" altLang="ko-KR" sz="1400" dirty="0">
                <a:latin typeface="휴먼엑스포"/>
                <a:ea typeface="휴먼엑스포"/>
              </a:rPr>
            </a:br>
            <a:r>
              <a:rPr lang="ko-KR" altLang="en-US" sz="1400" dirty="0">
                <a:latin typeface="휴먼엑스포"/>
                <a:ea typeface="휴먼엑스포"/>
              </a:rPr>
              <a:t>결과를 보여주는 메소드</a:t>
            </a:r>
            <a:endParaRPr lang="en-US" altLang="ko-KR" sz="1400" dirty="0">
              <a:latin typeface="휴먼엑스포"/>
              <a:ea typeface="휴먼엑스포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10</a:t>
            </a:r>
          </a:p>
        </p:txBody>
      </p:sp>
      <p:sp>
        <p:nvSpPr>
          <p:cNvPr id="11" name="TextBox 5"/>
          <p:cNvSpPr txBox="1"/>
          <p:nvPr/>
        </p:nvSpPr>
        <p:spPr>
          <a:xfrm>
            <a:off x="384172" y="1009507"/>
            <a:ext cx="2193293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Script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9" name="그림 8">
            <a:hlinkClick r:id="rId3"/>
            <a:extLst>
              <a:ext uri="{FF2B5EF4-FFF2-40B4-BE49-F238E27FC236}">
                <a16:creationId xmlns:a16="http://schemas.microsoft.com/office/drawing/2014/main" id="{740E3F83-18FD-4429-AD2A-220957D0E26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F9DF5933-A1DF-42B6-9A06-5FDDBCD27DB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75" y="1563850"/>
            <a:ext cx="9655175" cy="4979825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sp>
        <p:nvSpPr>
          <p:cNvPr id="5" name="오른쪽 중괄호 4"/>
          <p:cNvSpPr/>
          <p:nvPr/>
        </p:nvSpPr>
        <p:spPr>
          <a:xfrm>
            <a:off x="9603754" y="2345738"/>
            <a:ext cx="537927" cy="3654168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en-US" altLang="ko-KR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079403" y="3826393"/>
            <a:ext cx="212429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 sz="1400" dirty="0">
                <a:latin typeface="휴먼엑스포"/>
                <a:ea typeface="휴먼엑스포"/>
              </a:rPr>
              <a:t>두개의 </a:t>
            </a:r>
            <a:r>
              <a:rPr lang="ko-KR" altLang="en-US" sz="1400" dirty="0" err="1">
                <a:latin typeface="휴먼엑스포"/>
                <a:ea typeface="휴먼엑스포"/>
              </a:rPr>
              <a:t>배열값을</a:t>
            </a:r>
            <a:r>
              <a:rPr lang="ko-KR" altLang="en-US" sz="1400" dirty="0">
                <a:latin typeface="휴먼엑스포"/>
                <a:ea typeface="휴먼엑스포"/>
              </a:rPr>
              <a:t> 뺀</a:t>
            </a:r>
            <a:br>
              <a:rPr lang="en-US" altLang="ko-KR" sz="1400" dirty="0">
                <a:latin typeface="휴먼엑스포"/>
                <a:ea typeface="휴먼엑스포"/>
              </a:rPr>
            </a:br>
            <a:r>
              <a:rPr lang="ko-KR" altLang="en-US" sz="1400" dirty="0">
                <a:latin typeface="휴먼엑스포"/>
                <a:ea typeface="휴먼엑스포"/>
              </a:rPr>
              <a:t>결과를 보여주는 메소드</a:t>
            </a:r>
            <a:endParaRPr lang="en-US" altLang="ko-KR" sz="1400" dirty="0">
              <a:latin typeface="휴먼엑스포"/>
              <a:ea typeface="휴먼엑스포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11</a:t>
            </a:r>
          </a:p>
        </p:txBody>
      </p:sp>
      <p:sp>
        <p:nvSpPr>
          <p:cNvPr id="14" name="TextBox 5"/>
          <p:cNvSpPr txBox="1"/>
          <p:nvPr/>
        </p:nvSpPr>
        <p:spPr>
          <a:xfrm>
            <a:off x="384172" y="1028557"/>
            <a:ext cx="2193293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Script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9" name="그림 8">
            <a:hlinkClick r:id="rId3"/>
            <a:extLst>
              <a:ext uri="{FF2B5EF4-FFF2-40B4-BE49-F238E27FC236}">
                <a16:creationId xmlns:a16="http://schemas.microsoft.com/office/drawing/2014/main" id="{B889AAB1-EFCC-474B-A641-B3C77AB20FB0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CE13D0EC-380F-42F3-B227-EF6580EB72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700892"/>
            <a:ext cx="9540875" cy="4890407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sp>
        <p:nvSpPr>
          <p:cNvPr id="4" name="오른쪽 중괄호 3"/>
          <p:cNvSpPr/>
          <p:nvPr/>
        </p:nvSpPr>
        <p:spPr>
          <a:xfrm>
            <a:off x="9559681" y="2722441"/>
            <a:ext cx="412998" cy="3005129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336987" y="2378448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950691" y="3852914"/>
            <a:ext cx="233209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atin typeface="휴먼엑스포"/>
                <a:ea typeface="휴먼엑스포"/>
              </a:rPr>
              <a:t>배열의 입력 없이 버튼 </a:t>
            </a:r>
            <a:r>
              <a:rPr lang="ko-KR" altLang="en-US" sz="1400" dirty="0" err="1">
                <a:latin typeface="휴먼엑스포"/>
                <a:ea typeface="휴먼엑스포"/>
              </a:rPr>
              <a:t>클릭시</a:t>
            </a:r>
            <a:r>
              <a:rPr lang="ko-KR" altLang="en-US" sz="1400" dirty="0">
                <a:latin typeface="휴먼엑스포"/>
                <a:ea typeface="휴먼엑스포"/>
              </a:rPr>
              <a:t> </a:t>
            </a:r>
            <a:r>
              <a:rPr lang="ko-KR" altLang="en-US" sz="1400" dirty="0" err="1">
                <a:latin typeface="휴먼엑스포"/>
                <a:ea typeface="휴먼엑스포"/>
              </a:rPr>
              <a:t>알럿</a:t>
            </a:r>
            <a:r>
              <a:rPr lang="ko-KR" altLang="en-US" sz="1400" dirty="0">
                <a:latin typeface="휴먼엑스포"/>
                <a:ea typeface="휴먼엑스포"/>
              </a:rPr>
              <a:t> 띄우는 메소드</a:t>
            </a:r>
            <a:endParaRPr lang="en-US" altLang="ko-KR" sz="1400" dirty="0">
              <a:latin typeface="휴먼엑스포"/>
              <a:ea typeface="휴먼엑스포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12</a:t>
            </a:r>
          </a:p>
        </p:txBody>
      </p:sp>
      <p:sp>
        <p:nvSpPr>
          <p:cNvPr id="14" name="TextBox 5"/>
          <p:cNvSpPr txBox="1"/>
          <p:nvPr/>
        </p:nvSpPr>
        <p:spPr>
          <a:xfrm>
            <a:off x="374647" y="1038082"/>
            <a:ext cx="2193293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Script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10" name="그림 9">
            <a:hlinkClick r:id="rId3"/>
            <a:extLst>
              <a:ext uri="{FF2B5EF4-FFF2-40B4-BE49-F238E27FC236}">
                <a16:creationId xmlns:a16="http://schemas.microsoft.com/office/drawing/2014/main" id="{C7F77701-99C3-4013-B902-5EF46C5346F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6A7B41F8-9490-49CD-B3FD-F3A511E11EC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62" y="1650136"/>
            <a:ext cx="9520733" cy="5084061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sp>
        <p:nvSpPr>
          <p:cNvPr id="4" name="오른쪽 중괄호 3"/>
          <p:cNvSpPr/>
          <p:nvPr/>
        </p:nvSpPr>
        <p:spPr>
          <a:xfrm>
            <a:off x="9597389" y="2378447"/>
            <a:ext cx="412998" cy="3586256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336987" y="2378448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endParaRPr lang="ko-KR" altLang="en-US">
              <a:latin typeface="휴먼편지체"/>
              <a:ea typeface="휴먼편지체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963252" y="3787701"/>
            <a:ext cx="2332091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 dirty="0">
                <a:latin typeface="휴먼엑스포"/>
                <a:ea typeface="휴먼엑스포"/>
              </a:rPr>
              <a:t>좌우의 배열 숫자를 </a:t>
            </a:r>
            <a:r>
              <a:rPr lang="en-US" altLang="ko-KR" sz="1400" dirty="0">
                <a:latin typeface="휴먼엑스포"/>
                <a:ea typeface="휴먼엑스포"/>
              </a:rPr>
              <a:t>9</a:t>
            </a:r>
            <a:r>
              <a:rPr lang="ko-KR" altLang="en-US" sz="1400" dirty="0">
                <a:latin typeface="휴먼엑스포"/>
                <a:ea typeface="휴먼엑스포"/>
              </a:rPr>
              <a:t>이상 </a:t>
            </a:r>
            <a:r>
              <a:rPr lang="ko-KR" altLang="en-US" sz="1400" dirty="0" err="1">
                <a:latin typeface="휴먼엑스포"/>
                <a:ea typeface="휴먼엑스포"/>
              </a:rPr>
              <a:t>입력시</a:t>
            </a:r>
            <a:r>
              <a:rPr lang="ko-KR" altLang="en-US" sz="1400" dirty="0">
                <a:latin typeface="휴먼엑스포"/>
                <a:ea typeface="휴먼엑스포"/>
              </a:rPr>
              <a:t> </a:t>
            </a:r>
            <a:r>
              <a:rPr lang="ko-KR" altLang="en-US" sz="1400" dirty="0" err="1">
                <a:latin typeface="휴먼엑스포"/>
                <a:ea typeface="휴먼엑스포"/>
              </a:rPr>
              <a:t>알럿을</a:t>
            </a:r>
            <a:r>
              <a:rPr lang="ko-KR" altLang="en-US" sz="1400" dirty="0">
                <a:latin typeface="휴먼엑스포"/>
                <a:ea typeface="휴먼엑스포"/>
              </a:rPr>
              <a:t> 띄우는 메소드</a:t>
            </a:r>
            <a:endParaRPr lang="en-US" altLang="ko-KR" sz="1400" dirty="0">
              <a:latin typeface="휴먼엑스포"/>
              <a:ea typeface="휴먼엑스포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13</a:t>
            </a:r>
          </a:p>
        </p:txBody>
      </p:sp>
      <p:sp>
        <p:nvSpPr>
          <p:cNvPr id="15" name="TextBox 5"/>
          <p:cNvSpPr txBox="1"/>
          <p:nvPr/>
        </p:nvSpPr>
        <p:spPr>
          <a:xfrm>
            <a:off x="384172" y="1038082"/>
            <a:ext cx="2193293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Script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10" name="그림 9">
            <a:hlinkClick r:id="rId3"/>
            <a:extLst>
              <a:ext uri="{FF2B5EF4-FFF2-40B4-BE49-F238E27FC236}">
                <a16:creationId xmlns:a16="http://schemas.microsoft.com/office/drawing/2014/main" id="{F79C4030-63E9-46A1-B238-1E2CF2424B8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1" name="내용 개체 틀 10">
            <a:extLst>
              <a:ext uri="{FF2B5EF4-FFF2-40B4-BE49-F238E27FC236}">
                <a16:creationId xmlns:a16="http://schemas.microsoft.com/office/drawing/2014/main" id="{25AD868D-5998-48A9-A9E9-4569310FD3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895" y="1721870"/>
            <a:ext cx="9377970" cy="5012328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</a:p>
        </p:txBody>
      </p:sp>
      <p:sp>
        <p:nvSpPr>
          <p:cNvPr id="4" name="오른쪽 중괄호 3"/>
          <p:cNvSpPr/>
          <p:nvPr/>
        </p:nvSpPr>
        <p:spPr>
          <a:xfrm>
            <a:off x="8987118" y="1976904"/>
            <a:ext cx="433913" cy="4342279"/>
          </a:xfrm>
          <a:prstGeom prst="rightBrace">
            <a:avLst>
              <a:gd name="adj1" fmla="val 8333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chemeClr val="tx1"/>
              </a:solidFill>
              <a:latin typeface="휴먼편지체"/>
              <a:ea typeface="휴먼편지체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9553008" y="3765415"/>
            <a:ext cx="2770970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곱하기 버튼 클릭</a:t>
            </a:r>
            <a:r>
              <a:rPr lang="en-US" altLang="ko-KR" sz="1400">
                <a:latin typeface="휴먼엑스포"/>
                <a:ea typeface="휴먼엑스포"/>
              </a:rPr>
              <a:t> </a:t>
            </a:r>
            <a:r>
              <a:rPr lang="ko-KR" altLang="en-US" sz="1400">
                <a:latin typeface="휴먼엑스포"/>
                <a:ea typeface="휴먼엑스포"/>
              </a:rPr>
              <a:t>시 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입력된 좌우 행렬의 값을 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빼기 연산하는 영역입니다</a:t>
            </a:r>
            <a:r>
              <a:rPr lang="en-US" altLang="ko-KR" sz="1400">
                <a:latin typeface="휴먼엑스포"/>
                <a:ea typeface="휴먼엑스포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14</a:t>
            </a:r>
          </a:p>
        </p:txBody>
      </p:sp>
      <p:sp>
        <p:nvSpPr>
          <p:cNvPr id="10" name="TextBox 5"/>
          <p:cNvSpPr txBox="1"/>
          <p:nvPr/>
        </p:nvSpPr>
        <p:spPr>
          <a:xfrm>
            <a:off x="412747" y="952357"/>
            <a:ext cx="2193293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effectLst/>
                <a:latin typeface="휴먼편지체"/>
                <a:ea typeface="휴먼편지체"/>
              </a:rPr>
              <a:t>Script</a:t>
            </a:r>
            <a:endParaRPr lang="en-US" altLang="ko-KR" sz="4000">
              <a:latin typeface="휴먼편지체"/>
              <a:ea typeface="휴먼편지체"/>
            </a:endParaRPr>
          </a:p>
        </p:txBody>
      </p:sp>
      <p:pic>
        <p:nvPicPr>
          <p:cNvPr id="9" name="그림 8">
            <a:hlinkClick r:id="rId3"/>
            <a:extLst>
              <a:ext uri="{FF2B5EF4-FFF2-40B4-BE49-F238E27FC236}">
                <a16:creationId xmlns:a16="http://schemas.microsoft.com/office/drawing/2014/main" id="{2875CD39-DF6D-44FB-ABC7-12200DB72B14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2" name="내용 개체 틀 11">
            <a:extLst>
              <a:ext uri="{FF2B5EF4-FFF2-40B4-BE49-F238E27FC236}">
                <a16:creationId xmlns:a16="http://schemas.microsoft.com/office/drawing/2014/main" id="{973A953C-4963-406C-80F1-0460DB491F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610859"/>
            <a:ext cx="8864600" cy="4989965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pic>
        <p:nvPicPr>
          <p:cNvPr id="9" name="내용 개체 틀 8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431795" y="1914828"/>
            <a:ext cx="7859222" cy="44090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476251" y="2695948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endParaRPr lang="en-US" altLang="ko-KR">
              <a:latin typeface="휴먼편지체"/>
              <a:ea typeface="휴먼편지체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60718" y="3834378"/>
            <a:ext cx="349005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400">
                <a:latin typeface="휴먼엑스포"/>
                <a:ea typeface="휴먼엑스포"/>
              </a:rPr>
              <a:t>Sass</a:t>
            </a:r>
            <a:r>
              <a:rPr lang="ko-KR" altLang="en-US" sz="1400">
                <a:latin typeface="휴먼엑스포"/>
                <a:ea typeface="휴먼엑스포"/>
              </a:rPr>
              <a:t>를 이용하여</a:t>
            </a:r>
            <a:r>
              <a:rPr lang="en-US" altLang="ko-KR" sz="1400">
                <a:latin typeface="휴먼엑스포"/>
                <a:ea typeface="휴먼엑스포"/>
              </a:rPr>
              <a:t> </a:t>
            </a:r>
            <a:r>
              <a:rPr lang="ko-KR" altLang="en-US" sz="1400">
                <a:latin typeface="휴먼엑스포"/>
                <a:ea typeface="휴먼엑스포"/>
              </a:rPr>
              <a:t>빠르고 간단하게 작성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전체</a:t>
            </a:r>
            <a:r>
              <a:rPr lang="en-US" altLang="ko-KR" sz="1400">
                <a:latin typeface="휴먼엑스포"/>
                <a:ea typeface="휴먼엑스포"/>
              </a:rPr>
              <a:t> </a:t>
            </a:r>
            <a:r>
              <a:rPr lang="ko-KR" altLang="en-US" sz="1400">
                <a:latin typeface="휴먼엑스포"/>
                <a:ea typeface="휴먼엑스포"/>
              </a:rPr>
              <a:t>화면 크기 및 백그라운드 색상 지정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15</a:t>
            </a:r>
          </a:p>
        </p:txBody>
      </p:sp>
      <p:sp>
        <p:nvSpPr>
          <p:cNvPr id="11" name="TextBox 5"/>
          <p:cNvSpPr txBox="1"/>
          <p:nvPr/>
        </p:nvSpPr>
        <p:spPr>
          <a:xfrm>
            <a:off x="374646" y="1019032"/>
            <a:ext cx="2936244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3"/>
              </a:buBlip>
              <a:defRPr/>
            </a:pPr>
            <a:r>
              <a:rPr lang="en-US" altLang="ko-KR" sz="4000">
                <a:latin typeface="휴먼편지체"/>
                <a:ea typeface="휴먼편지체"/>
              </a:rPr>
              <a:t>Css(Sass)</a:t>
            </a:r>
          </a:p>
        </p:txBody>
      </p:sp>
      <p:pic>
        <p:nvPicPr>
          <p:cNvPr id="10" name="그림 9">
            <a:hlinkClick r:id="rId4"/>
            <a:extLst>
              <a:ext uri="{FF2B5EF4-FFF2-40B4-BE49-F238E27FC236}">
                <a16:creationId xmlns:a16="http://schemas.microsoft.com/office/drawing/2014/main" id="{B7D8F572-E9E4-4B12-91A4-2AB131A4CB4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pic>
        <p:nvPicPr>
          <p:cNvPr id="11" name="내용 개체 틀 10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280967" y="1753279"/>
            <a:ext cx="4141182" cy="47525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476251" y="2695948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endParaRPr lang="en-US" altLang="ko-KR">
              <a:latin typeface="휴먼편지체"/>
              <a:ea typeface="휴먼편지체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66598" y="3844606"/>
            <a:ext cx="347402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 sz="1400">
                <a:latin typeface="휴먼엑스포"/>
                <a:ea typeface="휴먼엑스포"/>
              </a:rPr>
              <a:t>Mixin</a:t>
            </a:r>
            <a:r>
              <a:rPr lang="ko-KR" altLang="en-US" sz="1400">
                <a:latin typeface="휴먼엑스포"/>
                <a:ea typeface="휴먼엑스포"/>
              </a:rPr>
              <a:t>를 이용하여</a:t>
            </a:r>
            <a:r>
              <a:rPr lang="en-US" altLang="ko-KR" sz="1400">
                <a:latin typeface="휴먼엑스포"/>
                <a:ea typeface="휴먼엑스포"/>
              </a:rPr>
              <a:t> </a:t>
            </a:r>
            <a:r>
              <a:rPr lang="ko-KR" altLang="en-US" sz="1400">
                <a:latin typeface="휴먼엑스포"/>
                <a:ea typeface="휴먼엑스포"/>
              </a:rPr>
              <a:t>빠르고 간단하게 작성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컨텐츠의 크기 폰트 크기 등을 지정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16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4587061" y="1753279"/>
            <a:ext cx="4141183" cy="4752580"/>
          </a:xfrm>
          <a:prstGeom prst="rect">
            <a:avLst/>
          </a:prstGeom>
        </p:spPr>
      </p:pic>
      <p:sp>
        <p:nvSpPr>
          <p:cNvPr id="14" name="TextBox 5"/>
          <p:cNvSpPr txBox="1"/>
          <p:nvPr/>
        </p:nvSpPr>
        <p:spPr>
          <a:xfrm>
            <a:off x="279396" y="914257"/>
            <a:ext cx="2936244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4"/>
              </a:buBlip>
              <a:defRPr/>
            </a:pPr>
            <a:r>
              <a:rPr lang="en-US" altLang="ko-KR" sz="4000">
                <a:latin typeface="휴먼편지체"/>
                <a:ea typeface="휴먼편지체"/>
              </a:rPr>
              <a:t>Css(Sass)</a:t>
            </a:r>
          </a:p>
        </p:txBody>
      </p:sp>
      <p:pic>
        <p:nvPicPr>
          <p:cNvPr id="10" name="그림 9">
            <a:hlinkClick r:id="rId5"/>
            <a:extLst>
              <a:ext uri="{FF2B5EF4-FFF2-40B4-BE49-F238E27FC236}">
                <a16:creationId xmlns:a16="http://schemas.microsoft.com/office/drawing/2014/main" id="{0F1694A7-9912-4C64-A6BE-757840684BF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코딩</a:t>
            </a:r>
            <a:endParaRPr lang="en-US" altLang="ko-KR" sz="6000">
              <a:latin typeface="휴먼편지체"/>
              <a:ea typeface="휴먼편지체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476251" y="2695948"/>
            <a:ext cx="18473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endParaRPr lang="en-US" altLang="ko-KR">
              <a:latin typeface="휴먼편지체"/>
              <a:ea typeface="휴먼편지체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085538" y="4056150"/>
            <a:ext cx="298671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헤더 폰트의 색상 컬러 그라데이션</a:t>
            </a:r>
          </a:p>
          <a:p>
            <a:pPr>
              <a:defRPr/>
            </a:pPr>
            <a:r>
              <a:rPr lang="ko-KR" altLang="en-US" sz="1400">
                <a:latin typeface="휴먼엑스포"/>
                <a:ea typeface="휴먼엑스포"/>
              </a:rPr>
              <a:t>애니메이션 지정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17</a:t>
            </a:r>
          </a:p>
        </p:txBody>
      </p:sp>
      <p:sp>
        <p:nvSpPr>
          <p:cNvPr id="15" name="TextBox 5"/>
          <p:cNvSpPr txBox="1"/>
          <p:nvPr/>
        </p:nvSpPr>
        <p:spPr>
          <a:xfrm>
            <a:off x="355596" y="942832"/>
            <a:ext cx="2936244" cy="693563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740000" indent="-740000">
              <a:buBlip>
                <a:blip r:embed="rId2"/>
              </a:buBlip>
              <a:defRPr/>
            </a:pPr>
            <a:r>
              <a:rPr lang="en-US" altLang="ko-KR" sz="4000">
                <a:latin typeface="휴먼편지체"/>
                <a:ea typeface="휴먼편지체"/>
              </a:rPr>
              <a:t>Css(Sass)</a:t>
            </a:r>
          </a:p>
        </p:txBody>
      </p:sp>
      <p:pic>
        <p:nvPicPr>
          <p:cNvPr id="9" name="그림 8">
            <a:hlinkClick r:id="rId3"/>
            <a:extLst>
              <a:ext uri="{FF2B5EF4-FFF2-40B4-BE49-F238E27FC236}">
                <a16:creationId xmlns:a16="http://schemas.microsoft.com/office/drawing/2014/main" id="{26D0C8D1-5323-4D86-AF1E-15371D800CE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  <p:pic>
        <p:nvPicPr>
          <p:cNvPr id="10" name="내용 개체 틀 9">
            <a:extLst>
              <a:ext uri="{FF2B5EF4-FFF2-40B4-BE49-F238E27FC236}">
                <a16:creationId xmlns:a16="http://schemas.microsoft.com/office/drawing/2014/main" id="{A3C4240E-CEE4-4EC8-8916-0A205F70CE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003" y="1597512"/>
            <a:ext cx="8724098" cy="4917587"/>
          </a:xfr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ko-KR" altLang="en-US" sz="6000">
                <a:latin typeface="휴먼편지체"/>
                <a:ea typeface="휴먼편지체"/>
              </a:rPr>
              <a:t>후기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31799" y="1308100"/>
            <a:ext cx="11302999" cy="5139833"/>
          </a:xfrm>
        </p:spPr>
        <p:txBody>
          <a:bodyPr vert="horz" wrap="square" lIns="91440" tIns="108000" rIns="91440" bIns="108000" anchor="t">
            <a:normAutofit fontScale="92500" lnSpcReduction="10000"/>
          </a:bodyPr>
          <a:lstStyle/>
          <a:p>
            <a:pPr marL="0" lvl="0" indent="0">
              <a:lnSpc>
                <a:spcPct val="120000"/>
              </a:lnSpc>
              <a:spcBef>
                <a:spcPts val="720"/>
              </a:spcBef>
              <a:buNone/>
              <a:defRPr/>
            </a:pPr>
            <a:r>
              <a:rPr lang="en-US" altLang="ko-KR" sz="2800">
                <a:solidFill>
                  <a:schemeClr val="bg2">
                    <a:lumMod val="25000"/>
                  </a:schemeClr>
                </a:solidFill>
                <a:latin typeface="휴먼엑스포"/>
                <a:ea typeface="휴먼엑스포"/>
              </a:rPr>
              <a:t>프로젝트를 처음 접하면서 어떤 식으로 UX/UI를 구성해야 하는지</a:t>
            </a: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ko-KR" sz="2800">
                <a:solidFill>
                  <a:schemeClr val="bg2">
                    <a:lumMod val="25000"/>
                  </a:schemeClr>
                </a:solidFill>
                <a:latin typeface="휴먼엑스포"/>
                <a:ea typeface="휴먼엑스포"/>
              </a:rPr>
              <a:t>어떤 식으로 로직을 구성해야 하는지 감이 오지 않아 힘들었고 UX/UI를 먼저 구성을 하고</a:t>
            </a:r>
            <a:r>
              <a:rPr lang="ko-KR" altLang="en-US" sz="2800">
                <a:solidFill>
                  <a:schemeClr val="bg2">
                    <a:lumMod val="25000"/>
                  </a:schemeClr>
                </a:solidFill>
                <a:latin typeface="휴먼엑스포"/>
                <a:ea typeface="휴먼엑스포"/>
              </a:rPr>
              <a:t> </a:t>
            </a:r>
            <a:r>
              <a:rPr lang="en-US" altLang="ko-KR" sz="2800">
                <a:solidFill>
                  <a:schemeClr val="bg2">
                    <a:lumMod val="25000"/>
                  </a:schemeClr>
                </a:solidFill>
                <a:latin typeface="휴먼엑스포"/>
                <a:ea typeface="휴먼엑스포"/>
              </a:rPr>
              <a:t>많은 고민과 수정 등을 거쳐 부족하지만 완성을 하였다.</a:t>
            </a:r>
          </a:p>
          <a:p>
            <a:pPr marL="0" indent="0">
              <a:lnSpc>
                <a:spcPct val="120000"/>
              </a:lnSpc>
              <a:buNone/>
              <a:defRPr/>
            </a:pPr>
            <a:endParaRPr lang="en-US" altLang="ko-KR" sz="2800">
              <a:solidFill>
                <a:schemeClr val="bg2">
                  <a:lumMod val="25000"/>
                </a:schemeClr>
              </a:solidFill>
              <a:latin typeface="휴먼엑스포"/>
              <a:ea typeface="휴먼엑스포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ko-KR" sz="2800">
                <a:solidFill>
                  <a:schemeClr val="bg2">
                    <a:lumMod val="25000"/>
                  </a:schemeClr>
                </a:solidFill>
                <a:latin typeface="휴먼엑스포"/>
                <a:ea typeface="휴먼엑스포"/>
              </a:rPr>
              <a:t>프로젝트를 진행하면서 다양한 방법의 로직을 생각해 보는 계기가 되었고 많이 미숙하지만 객체, 함수, 반복문 등의 사용에 대해 이해하는 시간이 된 것 같다</a:t>
            </a:r>
          </a:p>
          <a:p>
            <a:pPr marL="0" indent="0">
              <a:lnSpc>
                <a:spcPct val="120000"/>
              </a:lnSpc>
              <a:buNone/>
              <a:defRPr/>
            </a:pPr>
            <a:endParaRPr lang="en-US" altLang="ko-KR" sz="2800">
              <a:solidFill>
                <a:schemeClr val="bg2">
                  <a:lumMod val="25000"/>
                </a:schemeClr>
              </a:solidFill>
              <a:latin typeface="휴먼엑스포"/>
              <a:ea typeface="휴먼엑스포"/>
            </a:endParaRPr>
          </a:p>
          <a:p>
            <a:pPr marL="0" indent="0">
              <a:lnSpc>
                <a:spcPct val="120000"/>
              </a:lnSpc>
              <a:buNone/>
              <a:defRPr/>
            </a:pPr>
            <a:r>
              <a:rPr lang="en-US" altLang="ko-KR" sz="2800">
                <a:solidFill>
                  <a:schemeClr val="bg2">
                    <a:lumMod val="25000"/>
                  </a:schemeClr>
                </a:solidFill>
                <a:latin typeface="휴먼엑스포"/>
                <a:ea typeface="휴먼엑스포"/>
              </a:rPr>
              <a:t>많은 시간을 들여서 프로젝트를 하였으나 아직 많은 부분이 부족하여 더 공부하여서 개선을 해야 함을 느꼈습니다.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694555" y="6323852"/>
            <a:ext cx="4090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altLang="ko-KR">
                <a:latin typeface="휴먼편지체"/>
                <a:ea typeface="휴먼편지체"/>
              </a:rPr>
              <a:t>18</a:t>
            </a:r>
          </a:p>
        </p:txBody>
      </p:sp>
      <p:pic>
        <p:nvPicPr>
          <p:cNvPr id="6" name="그림 5">
            <a:hlinkClick r:id="rId2"/>
            <a:extLst>
              <a:ext uri="{FF2B5EF4-FFF2-40B4-BE49-F238E27FC236}">
                <a16:creationId xmlns:a16="http://schemas.microsoft.com/office/drawing/2014/main" id="{7666ED8E-DDA8-493A-950F-636D7BD70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1310341" y="5788069"/>
            <a:ext cx="535782" cy="53578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교차">
  <a:themeElements>
    <a:clrScheme name="교차">
      <a:dk1>
        <a:srgbClr val="264C72"/>
      </a:dk1>
      <a:lt1>
        <a:srgbClr val="FFFFFF"/>
      </a:lt1>
      <a:dk2>
        <a:srgbClr val="347775"/>
      </a:dk2>
      <a:lt2>
        <a:srgbClr val="D7D7D7"/>
      </a:lt2>
      <a:accent1>
        <a:srgbClr val="63A6A4"/>
      </a:accent1>
      <a:accent2>
        <a:srgbClr val="323232"/>
      </a:accent2>
      <a:accent3>
        <a:srgbClr val="9D9C9C"/>
      </a:accent3>
      <a:accent4>
        <a:srgbClr val="C1C0C0"/>
      </a:accent4>
      <a:accent5>
        <a:srgbClr val="E5E4E4"/>
      </a:accent5>
      <a:accent6>
        <a:srgbClr val="716340"/>
      </a:accent6>
      <a:hlink>
        <a:srgbClr val="F9F1D3"/>
      </a:hlink>
      <a:folHlink>
        <a:srgbClr val="E2CDB0"/>
      </a:folHlink>
    </a:clrScheme>
    <a:fontScheme name="교차">
      <a:majorFont>
        <a:latin typeface="Arial"/>
        <a:ea typeface=""/>
        <a:cs typeface=""/>
        <a:font script="Jpan" typeface="MS PGothic"/>
        <a:font script="Hang" typeface="한컴 윤고딕 240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Arial"/>
        <a:ea typeface=""/>
        <a:cs typeface=""/>
        <a:font script="Jpan" typeface="MS PGothic"/>
        <a:font script="Hang" typeface="한컴 윤고딕 230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교차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path path="rect">
            <a:fillToRect l="100000" t="100000" r="100000" b="100000"/>
          </a:path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reflection blurRad="12700" stA="26000" endPos="28000" dist="381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100000"/>
                <a:shade val="80000"/>
                <a:hueMod val="100000"/>
                <a:satMod val="100000"/>
              </a:schemeClr>
            </a:gs>
            <a:gs pos="100000">
              <a:schemeClr val="phClr">
                <a:shade val="30000"/>
                <a:satMod val="8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100000"/>
                <a:satMod val="100000"/>
              </a:schemeClr>
            </a:gs>
            <a:gs pos="100000">
              <a:schemeClr val="phClr">
                <a:shade val="50000"/>
                <a:satMod val="7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한컴오피스">
  <a:themeElements>
    <a:clrScheme name="한컴오피스">
      <a:dk1>
        <a:sysClr val="windowText" lastClr="000000"/>
      </a:dk1>
      <a:lt1>
        <a:sysClr val="window" lastClr="FFFFFF"/>
      </a:lt1>
      <a:dk2>
        <a:srgbClr val="3A3C84"/>
      </a:dk2>
      <a:lt2>
        <a:srgbClr val="FAF3DB"/>
      </a:lt2>
      <a:accent1>
        <a:srgbClr val="6182D6"/>
      </a:accent1>
      <a:accent2>
        <a:srgbClr val="FF843A"/>
      </a:accent2>
      <a:accent3>
        <a:srgbClr val="B2B2B2"/>
      </a:accent3>
      <a:accent4>
        <a:srgbClr val="FFD700"/>
      </a:accent4>
      <a:accent5>
        <a:srgbClr val="289B6E"/>
      </a:accent5>
      <a:accent6>
        <a:srgbClr val="9D5CBB"/>
      </a:accent6>
      <a:hlink>
        <a:srgbClr val="0000FF"/>
      </a:hlink>
      <a:folHlink>
        <a:srgbClr val="800080"/>
      </a:folHlink>
    </a:clrScheme>
    <a:fontScheme name="한컴오피스">
      <a:maj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한컴오피스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atMod val="105000"/>
            </a:schemeClr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</a:effectStyle>
        <a:effectStyle>
          <a:effectLst>
            <a:reflection blurRad="12700" stA="26000" endPos="28000" dist="38100" dir="5400000" sy="-100000" rotWithShape="0"/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426</Words>
  <Application>Microsoft Office PowerPoint</Application>
  <PresentationFormat>와이드스크린</PresentationFormat>
  <Paragraphs>105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8" baseType="lpstr">
      <vt:lpstr>한컴 바겐세일 B</vt:lpstr>
      <vt:lpstr>휴먼엑스포</vt:lpstr>
      <vt:lpstr>휴먼편지체</vt:lpstr>
      <vt:lpstr>Arial</vt:lpstr>
      <vt:lpstr>Calibri</vt:lpstr>
      <vt:lpstr>Lucida Sans Unicode</vt:lpstr>
      <vt:lpstr>Wingdings</vt:lpstr>
      <vt:lpstr>Wingdings 3</vt:lpstr>
      <vt:lpstr>교차</vt:lpstr>
      <vt:lpstr>Matrix Calculator</vt:lpstr>
      <vt:lpstr>INDEX</vt:lpstr>
      <vt:lpstr>스케치</vt:lpstr>
      <vt:lpstr>행렬 계산기 소개 </vt:lpstr>
      <vt:lpstr>행렬 계산기 소개</vt:lpstr>
      <vt:lpstr>행렬 계산기 소개</vt:lpstr>
      <vt:lpstr>코딩</vt:lpstr>
      <vt:lpstr>코딩</vt:lpstr>
      <vt:lpstr>코딩</vt:lpstr>
      <vt:lpstr>PowerPoint 프레젠테이션</vt:lpstr>
      <vt:lpstr>코딩</vt:lpstr>
      <vt:lpstr>코딩</vt:lpstr>
      <vt:lpstr>코딩</vt:lpstr>
      <vt:lpstr>코딩</vt:lpstr>
      <vt:lpstr>코딩</vt:lpstr>
      <vt:lpstr>코딩</vt:lpstr>
      <vt:lpstr>코딩</vt:lpstr>
      <vt:lpstr>코딩</vt:lpstr>
      <vt:lpstr>후기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Matrix Calculator</dc:title>
  <dc:creator>라인컴퓨터</dc:creator>
  <cp:lastModifiedBy>Hjuk</cp:lastModifiedBy>
  <cp:revision>133</cp:revision>
  <dcterms:created xsi:type="dcterms:W3CDTF">2022-10-13T05:59:55Z</dcterms:created>
  <dcterms:modified xsi:type="dcterms:W3CDTF">2026-03-05T17:12:20Z</dcterms:modified>
  <cp:version>1100.0100.01</cp:version>
</cp:coreProperties>
</file>